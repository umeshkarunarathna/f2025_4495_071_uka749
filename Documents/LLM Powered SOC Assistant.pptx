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6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72032B-B81F-4226-90AB-D0BE11E8B8D1}" v="69" dt="2025-12-03T02:28:08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784" autoAdjust="0"/>
  </p:normalViewPr>
  <p:slideViewPr>
    <p:cSldViewPr snapToGrid="0">
      <p:cViewPr varScale="1">
        <p:scale>
          <a:sx n="66" d="100"/>
          <a:sy n="66" d="100"/>
        </p:scale>
        <p:origin x="133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esh Karunarathna" userId="d58f77e3adb34956" providerId="LiveId" clId="{76A1FE85-B5CD-4612-9145-79E6E6EAB00F}"/>
    <pc:docChg chg="undo custSel addSld modSld">
      <pc:chgData name="Umesh Karunarathna" userId="d58f77e3adb34956" providerId="LiveId" clId="{76A1FE85-B5CD-4612-9145-79E6E6EAB00F}" dt="2025-12-04T17:24:34.748" v="273" actId="20577"/>
      <pc:docMkLst>
        <pc:docMk/>
      </pc:docMkLst>
      <pc:sldChg chg="addSp delSp modSp mod modNotesTx">
        <pc:chgData name="Umesh Karunarathna" userId="d58f77e3adb34956" providerId="LiveId" clId="{76A1FE85-B5CD-4612-9145-79E6E6EAB00F}" dt="2025-12-04T17:23:55.572" v="262" actId="20577"/>
        <pc:sldMkLst>
          <pc:docMk/>
          <pc:sldMk cId="260820838" sldId="256"/>
        </pc:sldMkLst>
        <pc:picChg chg="add mod">
          <ac:chgData name="Umesh Karunarathna" userId="d58f77e3adb34956" providerId="LiveId" clId="{76A1FE85-B5CD-4612-9145-79E6E6EAB00F}" dt="2025-11-30T20:42:02.686" v="148" actId="14100"/>
          <ac:picMkLst>
            <pc:docMk/>
            <pc:sldMk cId="260820838" sldId="256"/>
            <ac:picMk id="8" creationId="{86084607-5300-9782-7763-2CD2E6808300}"/>
          </ac:picMkLst>
        </pc:picChg>
      </pc:sldChg>
      <pc:sldChg chg="addSp delSp modSp mod modNotesTx">
        <pc:chgData name="Umesh Karunarathna" userId="d58f77e3adb34956" providerId="LiveId" clId="{76A1FE85-B5CD-4612-9145-79E6E6EAB00F}" dt="2025-12-04T17:23:59.747" v="263" actId="20577"/>
        <pc:sldMkLst>
          <pc:docMk/>
          <pc:sldMk cId="3117019525" sldId="257"/>
        </pc:sldMkLst>
        <pc:spChg chg="mod">
          <ac:chgData name="Umesh Karunarathna" userId="d58f77e3adb34956" providerId="LiveId" clId="{76A1FE85-B5CD-4612-9145-79E6E6EAB00F}" dt="2025-11-30T20:00:55.829" v="0"/>
          <ac:spMkLst>
            <pc:docMk/>
            <pc:sldMk cId="3117019525" sldId="257"/>
            <ac:spMk id="2" creationId="{7AF84F43-FDB2-816D-D364-A8F025F0CE3F}"/>
          </ac:spMkLst>
        </pc:spChg>
        <pc:spChg chg="add mod">
          <ac:chgData name="Umesh Karunarathna" userId="d58f77e3adb34956" providerId="LiveId" clId="{76A1FE85-B5CD-4612-9145-79E6E6EAB00F}" dt="2025-11-30T20:43:12.966" v="156" actId="5793"/>
          <ac:spMkLst>
            <pc:docMk/>
            <pc:sldMk cId="3117019525" sldId="257"/>
            <ac:spMk id="4" creationId="{B19625B4-7226-BC1F-E041-DEB47601315C}"/>
          </ac:spMkLst>
        </pc:spChg>
      </pc:sldChg>
      <pc:sldChg chg="addSp delSp modSp new modNotesTx">
        <pc:chgData name="Umesh Karunarathna" userId="d58f77e3adb34956" providerId="LiveId" clId="{76A1FE85-B5CD-4612-9145-79E6E6EAB00F}" dt="2025-12-04T17:24:03.429" v="264" actId="20577"/>
        <pc:sldMkLst>
          <pc:docMk/>
          <pc:sldMk cId="42242720" sldId="258"/>
        </pc:sldMkLst>
        <pc:spChg chg="mod">
          <ac:chgData name="Umesh Karunarathna" userId="d58f77e3adb34956" providerId="LiveId" clId="{76A1FE85-B5CD-4612-9145-79E6E6EAB00F}" dt="2025-11-30T20:03:42.940" v="6"/>
          <ac:spMkLst>
            <pc:docMk/>
            <pc:sldMk cId="42242720" sldId="258"/>
            <ac:spMk id="2" creationId="{1E07B2C9-ED38-63CF-50A6-5F24E859718A}"/>
          </ac:spMkLst>
        </pc:spChg>
        <pc:spChg chg="add mod">
          <ac:chgData name="Umesh Karunarathna" userId="d58f77e3adb34956" providerId="LiveId" clId="{76A1FE85-B5CD-4612-9145-79E6E6EAB00F}" dt="2025-11-30T20:08:26.720" v="34" actId="1076"/>
          <ac:spMkLst>
            <pc:docMk/>
            <pc:sldMk cId="42242720" sldId="258"/>
            <ac:spMk id="4" creationId="{098662F2-57B1-D300-EA93-B7B1FF0661DE}"/>
          </ac:spMkLst>
        </pc:spChg>
      </pc:sldChg>
      <pc:sldChg chg="addSp modSp new mod modNotesTx">
        <pc:chgData name="Umesh Karunarathna" userId="d58f77e3adb34956" providerId="LiveId" clId="{76A1FE85-B5CD-4612-9145-79E6E6EAB00F}" dt="2025-12-04T17:24:06.682" v="265" actId="20577"/>
        <pc:sldMkLst>
          <pc:docMk/>
          <pc:sldMk cId="1164192444" sldId="259"/>
        </pc:sldMkLst>
        <pc:spChg chg="mod">
          <ac:chgData name="Umesh Karunarathna" userId="d58f77e3adb34956" providerId="LiveId" clId="{76A1FE85-B5CD-4612-9145-79E6E6EAB00F}" dt="2025-11-30T20:04:13.681" v="9"/>
          <ac:spMkLst>
            <pc:docMk/>
            <pc:sldMk cId="1164192444" sldId="259"/>
            <ac:spMk id="2" creationId="{F8BCCEC2-64BE-6BA6-1AB4-17B34E868DC9}"/>
          </ac:spMkLst>
        </pc:spChg>
        <pc:spChg chg="mod">
          <ac:chgData name="Umesh Karunarathna" userId="d58f77e3adb34956" providerId="LiveId" clId="{76A1FE85-B5CD-4612-9145-79E6E6EAB00F}" dt="2025-11-30T20:20:28.431" v="37" actId="14100"/>
          <ac:spMkLst>
            <pc:docMk/>
            <pc:sldMk cId="1164192444" sldId="259"/>
            <ac:spMk id="3" creationId="{AD707F19-35DA-A15C-00E8-C35EF7A8ABDA}"/>
          </ac:spMkLst>
        </pc:spChg>
        <pc:spChg chg="add mod">
          <ac:chgData name="Umesh Karunarathna" userId="d58f77e3adb34956" providerId="LiveId" clId="{76A1FE85-B5CD-4612-9145-79E6E6EAB00F}" dt="2025-11-30T20:22:08.054" v="62" actId="207"/>
          <ac:spMkLst>
            <pc:docMk/>
            <pc:sldMk cId="1164192444" sldId="259"/>
            <ac:spMk id="4" creationId="{F5862DB3-C886-3B26-23F2-C1E86E4B2CBD}"/>
          </ac:spMkLst>
        </pc:spChg>
        <pc:spChg chg="add mod">
          <ac:chgData name="Umesh Karunarathna" userId="d58f77e3adb34956" providerId="LiveId" clId="{76A1FE85-B5CD-4612-9145-79E6E6EAB00F}" dt="2025-11-30T20:21:44.369" v="61" actId="207"/>
          <ac:spMkLst>
            <pc:docMk/>
            <pc:sldMk cId="1164192444" sldId="259"/>
            <ac:spMk id="5" creationId="{AD0F1DBD-B3D5-7CC2-6270-CF6E3121FE2F}"/>
          </ac:spMkLst>
        </pc:spChg>
        <pc:cxnChg chg="add mod">
          <ac:chgData name="Umesh Karunarathna" userId="d58f77e3adb34956" providerId="LiveId" clId="{76A1FE85-B5CD-4612-9145-79E6E6EAB00F}" dt="2025-11-30T20:22:52.457" v="65" actId="208"/>
          <ac:cxnSpMkLst>
            <pc:docMk/>
            <pc:sldMk cId="1164192444" sldId="259"/>
            <ac:cxnSpMk id="7" creationId="{5F85E141-5EA4-7723-AF93-38503237485E}"/>
          </ac:cxnSpMkLst>
        </pc:cxnChg>
      </pc:sldChg>
      <pc:sldChg chg="addSp delSp modSp new mod setBg">
        <pc:chgData name="Umesh Karunarathna" userId="d58f77e3adb34956" providerId="LiveId" clId="{76A1FE85-B5CD-4612-9145-79E6E6EAB00F}" dt="2025-11-30T20:07:29.970" v="30" actId="207"/>
        <pc:sldMkLst>
          <pc:docMk/>
          <pc:sldMk cId="1451100413" sldId="260"/>
        </pc:sldMkLst>
        <pc:spChg chg="mod">
          <ac:chgData name="Umesh Karunarathna" userId="d58f77e3adb34956" providerId="LiveId" clId="{76A1FE85-B5CD-4612-9145-79E6E6EAB00F}" dt="2025-11-30T20:06:12.452" v="27" actId="20577"/>
          <ac:spMkLst>
            <pc:docMk/>
            <pc:sldMk cId="1451100413" sldId="260"/>
            <ac:spMk id="2" creationId="{DB25FC5F-4610-A532-2FDD-AC2835F77C9F}"/>
          </ac:spMkLst>
        </pc:spChg>
        <pc:spChg chg="add">
          <ac:chgData name="Umesh Karunarathna" userId="d58f77e3adb34956" providerId="LiveId" clId="{76A1FE85-B5CD-4612-9145-79E6E6EAB00F}" dt="2025-11-30T20:05:22.540" v="16" actId="26606"/>
          <ac:spMkLst>
            <pc:docMk/>
            <pc:sldMk cId="1451100413" sldId="260"/>
            <ac:spMk id="10" creationId="{82184FF4-7029-4ED7-813A-192E60608764}"/>
          </ac:spMkLst>
        </pc:spChg>
        <pc:spChg chg="add">
          <ac:chgData name="Umesh Karunarathna" userId="d58f77e3adb34956" providerId="LiveId" clId="{76A1FE85-B5CD-4612-9145-79E6E6EAB00F}" dt="2025-11-30T20:05:22.540" v="16" actId="26606"/>
          <ac:spMkLst>
            <pc:docMk/>
            <pc:sldMk cId="1451100413" sldId="260"/>
            <ac:spMk id="12" creationId="{AAA7AB09-557C-41AD-9113-FF9F68FA1035}"/>
          </ac:spMkLst>
        </pc:spChg>
        <pc:spChg chg="add">
          <ac:chgData name="Umesh Karunarathna" userId="d58f77e3adb34956" providerId="LiveId" clId="{76A1FE85-B5CD-4612-9145-79E6E6EAB00F}" dt="2025-11-30T20:05:22.540" v="16" actId="26606"/>
          <ac:spMkLst>
            <pc:docMk/>
            <pc:sldMk cId="1451100413" sldId="260"/>
            <ac:spMk id="14" creationId="{EF99ECAA-1F11-4937-BBA6-51935AB44C9D}"/>
          </ac:spMkLst>
        </pc:spChg>
        <pc:spChg chg="add">
          <ac:chgData name="Umesh Karunarathna" userId="d58f77e3adb34956" providerId="LiveId" clId="{76A1FE85-B5CD-4612-9145-79E6E6EAB00F}" dt="2025-11-30T20:05:22.540" v="16" actId="26606"/>
          <ac:spMkLst>
            <pc:docMk/>
            <pc:sldMk cId="1451100413" sldId="260"/>
            <ac:spMk id="22" creationId="{1DB043B4-68C6-45B9-82AC-A5800EADB8DB}"/>
          </ac:spMkLst>
        </pc:spChg>
        <pc:spChg chg="add">
          <ac:chgData name="Umesh Karunarathna" userId="d58f77e3adb34956" providerId="LiveId" clId="{76A1FE85-B5CD-4612-9145-79E6E6EAB00F}" dt="2025-11-30T20:05:22.540" v="16" actId="26606"/>
          <ac:spMkLst>
            <pc:docMk/>
            <pc:sldMk cId="1451100413" sldId="260"/>
            <ac:spMk id="24" creationId="{28A00A08-E4E6-4184-B484-E0E034072AE0}"/>
          </ac:spMkLst>
        </pc:spChg>
        <pc:grpChg chg="add">
          <ac:chgData name="Umesh Karunarathna" userId="d58f77e3adb34956" providerId="LiveId" clId="{76A1FE85-B5CD-4612-9145-79E6E6EAB00F}" dt="2025-11-30T20:05:22.540" v="16" actId="26606"/>
          <ac:grpSpMkLst>
            <pc:docMk/>
            <pc:sldMk cId="1451100413" sldId="260"/>
            <ac:grpSpMk id="16" creationId="{79DE9FAB-6BBA-4CFE-B67D-77B47F01ECA4}"/>
          </ac:grpSpMkLst>
        </pc:grpChg>
        <pc:grpChg chg="add">
          <ac:chgData name="Umesh Karunarathna" userId="d58f77e3adb34956" providerId="LiveId" clId="{76A1FE85-B5CD-4612-9145-79E6E6EAB00F}" dt="2025-11-30T20:05:22.540" v="16" actId="26606"/>
          <ac:grpSpMkLst>
            <pc:docMk/>
            <pc:sldMk cId="1451100413" sldId="260"/>
            <ac:grpSpMk id="26" creationId="{0780E404-3121-4F33-AF2D-65F659A97798}"/>
          </ac:grpSpMkLst>
        </pc:grpChg>
        <pc:grpChg chg="add">
          <ac:chgData name="Umesh Karunarathna" userId="d58f77e3adb34956" providerId="LiveId" clId="{76A1FE85-B5CD-4612-9145-79E6E6EAB00F}" dt="2025-11-30T20:05:22.540" v="16" actId="26606"/>
          <ac:grpSpMkLst>
            <pc:docMk/>
            <pc:sldMk cId="1451100413" sldId="260"/>
            <ac:grpSpMk id="30" creationId="{4B158E9A-DBF4-4AA7-B6B7-8C8EB2FBDD68}"/>
          </ac:grpSpMkLst>
        </pc:grpChg>
        <pc:picChg chg="add mod">
          <ac:chgData name="Umesh Karunarathna" userId="d58f77e3adb34956" providerId="LiveId" clId="{76A1FE85-B5CD-4612-9145-79E6E6EAB00F}" dt="2025-11-30T20:07:00.089" v="28" actId="207"/>
          <ac:picMkLst>
            <pc:docMk/>
            <pc:sldMk cId="1451100413" sldId="260"/>
            <ac:picMk id="5" creationId="{770ADB75-4DB3-78BD-DBF1-60C6A8EAF2ED}"/>
          </ac:picMkLst>
        </pc:picChg>
        <pc:picChg chg="add mod">
          <ac:chgData name="Umesh Karunarathna" userId="d58f77e3adb34956" providerId="LiveId" clId="{76A1FE85-B5CD-4612-9145-79E6E6EAB00F}" dt="2025-11-30T20:07:29.970" v="30" actId="207"/>
          <ac:picMkLst>
            <pc:docMk/>
            <pc:sldMk cId="1451100413" sldId="260"/>
            <ac:picMk id="7" creationId="{FA603012-4522-D5C8-E695-53D3272344B9}"/>
          </ac:picMkLst>
        </pc:picChg>
      </pc:sldChg>
      <pc:sldChg chg="addSp delSp modSp new modNotesTx">
        <pc:chgData name="Umesh Karunarathna" userId="d58f77e3adb34956" providerId="LiveId" clId="{76A1FE85-B5CD-4612-9145-79E6E6EAB00F}" dt="2025-12-04T17:24:11.896" v="266" actId="20577"/>
        <pc:sldMkLst>
          <pc:docMk/>
          <pc:sldMk cId="848848511" sldId="261"/>
        </pc:sldMkLst>
        <pc:spChg chg="mod">
          <ac:chgData name="Umesh Karunarathna" userId="d58f77e3adb34956" providerId="LiveId" clId="{76A1FE85-B5CD-4612-9145-79E6E6EAB00F}" dt="2025-11-30T20:08:00.518" v="32"/>
          <ac:spMkLst>
            <pc:docMk/>
            <pc:sldMk cId="848848511" sldId="261"/>
            <ac:spMk id="2" creationId="{814B07A6-5BB4-5308-C18E-B4DCFE1F2BFE}"/>
          </ac:spMkLst>
        </pc:spChg>
        <pc:spChg chg="add mod">
          <ac:chgData name="Umesh Karunarathna" userId="d58f77e3adb34956" providerId="LiveId" clId="{76A1FE85-B5CD-4612-9145-79E6E6EAB00F}" dt="2025-11-30T20:25:02.978" v="67" actId="1076"/>
          <ac:spMkLst>
            <pc:docMk/>
            <pc:sldMk cId="848848511" sldId="261"/>
            <ac:spMk id="4" creationId="{23D1DA7E-E705-8D60-EBF7-E776EC94CBC2}"/>
          </ac:spMkLst>
        </pc:spChg>
      </pc:sldChg>
      <pc:sldChg chg="addSp delSp modSp new mod modNotesTx">
        <pc:chgData name="Umesh Karunarathna" userId="d58f77e3adb34956" providerId="LiveId" clId="{76A1FE85-B5CD-4612-9145-79E6E6EAB00F}" dt="2025-12-04T17:24:15.416" v="267" actId="20577"/>
        <pc:sldMkLst>
          <pc:docMk/>
          <pc:sldMk cId="15009218" sldId="262"/>
        </pc:sldMkLst>
        <pc:spChg chg="mod">
          <ac:chgData name="Umesh Karunarathna" userId="d58f77e3adb34956" providerId="LiveId" clId="{76A1FE85-B5CD-4612-9145-79E6E6EAB00F}" dt="2025-11-30T20:24:52.684" v="66"/>
          <ac:spMkLst>
            <pc:docMk/>
            <pc:sldMk cId="15009218" sldId="262"/>
            <ac:spMk id="2" creationId="{4EEA7627-6921-C0DE-62E1-FDD35D43F0CA}"/>
          </ac:spMkLst>
        </pc:spChg>
        <pc:spChg chg="add mod">
          <ac:chgData name="Umesh Karunarathna" userId="d58f77e3adb34956" providerId="LiveId" clId="{76A1FE85-B5CD-4612-9145-79E6E6EAB00F}" dt="2025-11-30T20:25:27.559" v="69"/>
          <ac:spMkLst>
            <pc:docMk/>
            <pc:sldMk cId="15009218" sldId="262"/>
            <ac:spMk id="4" creationId="{A2F808A5-9997-1660-AC89-E8FDB6DAE44F}"/>
          </ac:spMkLst>
        </pc:spChg>
      </pc:sldChg>
      <pc:sldChg chg="modSp new mod modNotesTx">
        <pc:chgData name="Umesh Karunarathna" userId="d58f77e3adb34956" providerId="LiveId" clId="{76A1FE85-B5CD-4612-9145-79E6E6EAB00F}" dt="2025-12-04T17:24:18.894" v="268" actId="20577"/>
        <pc:sldMkLst>
          <pc:docMk/>
          <pc:sldMk cId="4183101195" sldId="263"/>
        </pc:sldMkLst>
        <pc:spChg chg="mod">
          <ac:chgData name="Umesh Karunarathna" userId="d58f77e3adb34956" providerId="LiveId" clId="{76A1FE85-B5CD-4612-9145-79E6E6EAB00F}" dt="2025-11-30T20:25:40.521" v="71"/>
          <ac:spMkLst>
            <pc:docMk/>
            <pc:sldMk cId="4183101195" sldId="263"/>
            <ac:spMk id="2" creationId="{5D4E0D37-D31B-6C96-ED5B-61368EE51887}"/>
          </ac:spMkLst>
        </pc:spChg>
        <pc:spChg chg="mod">
          <ac:chgData name="Umesh Karunarathna" userId="d58f77e3adb34956" providerId="LiveId" clId="{76A1FE85-B5CD-4612-9145-79E6E6EAB00F}" dt="2025-11-30T20:25:48.181" v="73" actId="27636"/>
          <ac:spMkLst>
            <pc:docMk/>
            <pc:sldMk cId="4183101195" sldId="263"/>
            <ac:spMk id="3" creationId="{FB684936-74D4-9FE6-9757-3BBAEB909DFF}"/>
          </ac:spMkLst>
        </pc:spChg>
      </pc:sldChg>
      <pc:sldChg chg="addSp delSp modSp new modNotesTx">
        <pc:chgData name="Umesh Karunarathna" userId="d58f77e3adb34956" providerId="LiveId" clId="{76A1FE85-B5CD-4612-9145-79E6E6EAB00F}" dt="2025-12-04T17:24:21.478" v="269" actId="20577"/>
        <pc:sldMkLst>
          <pc:docMk/>
          <pc:sldMk cId="893014338" sldId="264"/>
        </pc:sldMkLst>
        <pc:spChg chg="mod">
          <ac:chgData name="Umesh Karunarathna" userId="d58f77e3adb34956" providerId="LiveId" clId="{76A1FE85-B5CD-4612-9145-79E6E6EAB00F}" dt="2025-11-30T20:25:59.507" v="75"/>
          <ac:spMkLst>
            <pc:docMk/>
            <pc:sldMk cId="893014338" sldId="264"/>
            <ac:spMk id="2" creationId="{BD963F11-A6B1-1C64-CEDD-7AF42626CDFC}"/>
          </ac:spMkLst>
        </pc:spChg>
      </pc:sldChg>
      <pc:sldChg chg="addSp delSp modSp new mod setBg modNotesTx">
        <pc:chgData name="Umesh Karunarathna" userId="d58f77e3adb34956" providerId="LiveId" clId="{76A1FE85-B5CD-4612-9145-79E6E6EAB00F}" dt="2025-12-04T17:24:24.464" v="270" actId="20577"/>
        <pc:sldMkLst>
          <pc:docMk/>
          <pc:sldMk cId="1727125678" sldId="265"/>
        </pc:sldMkLst>
        <pc:spChg chg="mod">
          <ac:chgData name="Umesh Karunarathna" userId="d58f77e3adb34956" providerId="LiveId" clId="{76A1FE85-B5CD-4612-9145-79E6E6EAB00F}" dt="2025-11-30T20:28:18.154" v="83" actId="26606"/>
          <ac:spMkLst>
            <pc:docMk/>
            <pc:sldMk cId="1727125678" sldId="265"/>
            <ac:spMk id="2" creationId="{977E978E-FF51-6E51-B868-4E846655E541}"/>
          </ac:spMkLst>
        </pc:spChg>
        <pc:spChg chg="add mod">
          <ac:chgData name="Umesh Karunarathna" userId="d58f77e3adb34956" providerId="LiveId" clId="{76A1FE85-B5CD-4612-9145-79E6E6EAB00F}" dt="2025-11-30T20:29:49.703" v="92" actId="20577"/>
          <ac:spMkLst>
            <pc:docMk/>
            <pc:sldMk cId="1727125678" sldId="265"/>
            <ac:spMk id="4" creationId="{714E5F27-4733-3799-0A38-FAB80E4EFA80}"/>
          </ac:spMkLst>
        </pc:spChg>
        <pc:spChg chg="add">
          <ac:chgData name="Umesh Karunarathna" userId="d58f77e3adb34956" providerId="LiveId" clId="{76A1FE85-B5CD-4612-9145-79E6E6EAB00F}" dt="2025-11-30T20:28:18.154" v="83" actId="26606"/>
          <ac:spMkLst>
            <pc:docMk/>
            <pc:sldMk cId="1727125678" sldId="265"/>
            <ac:spMk id="10" creationId="{A5931BE0-4B93-4D6C-878E-ACC59D6B4587}"/>
          </ac:spMkLst>
        </pc:spChg>
        <pc:spChg chg="add">
          <ac:chgData name="Umesh Karunarathna" userId="d58f77e3adb34956" providerId="LiveId" clId="{76A1FE85-B5CD-4612-9145-79E6E6EAB00F}" dt="2025-11-30T20:28:18.154" v="83" actId="26606"/>
          <ac:spMkLst>
            <pc:docMk/>
            <pc:sldMk cId="1727125678" sldId="265"/>
            <ac:spMk id="12" creationId="{6FF3A87B-2255-45E0-A551-C11FAF93290C}"/>
          </ac:spMkLst>
        </pc:spChg>
        <pc:picChg chg="add mod modCrop">
          <ac:chgData name="Umesh Karunarathna" userId="d58f77e3adb34956" providerId="LiveId" clId="{76A1FE85-B5CD-4612-9145-79E6E6EAB00F}" dt="2025-11-30T20:28:35.074" v="85" actId="14100"/>
          <ac:picMkLst>
            <pc:docMk/>
            <pc:sldMk cId="1727125678" sldId="265"/>
            <ac:picMk id="5" creationId="{1FF5F6E3-9A57-32CE-98A7-4A9B83AD48B3}"/>
          </ac:picMkLst>
        </pc:picChg>
      </pc:sldChg>
      <pc:sldChg chg="addSp delSp modSp new mod modNotesTx">
        <pc:chgData name="Umesh Karunarathna" userId="d58f77e3adb34956" providerId="LiveId" clId="{76A1FE85-B5CD-4612-9145-79E6E6EAB00F}" dt="2025-12-04T17:24:27.657" v="271" actId="20577"/>
        <pc:sldMkLst>
          <pc:docMk/>
          <pc:sldMk cId="2197819357" sldId="266"/>
        </pc:sldMkLst>
        <pc:spChg chg="mod">
          <ac:chgData name="Umesh Karunarathna" userId="d58f77e3adb34956" providerId="LiveId" clId="{76A1FE85-B5CD-4612-9145-79E6E6EAB00F}" dt="2025-11-30T20:29:04.978" v="88" actId="20577"/>
          <ac:spMkLst>
            <pc:docMk/>
            <pc:sldMk cId="2197819357" sldId="266"/>
            <ac:spMk id="2" creationId="{E6823FB9-D588-264D-64E1-8B43B280E737}"/>
          </ac:spMkLst>
        </pc:spChg>
        <pc:spChg chg="add mod">
          <ac:chgData name="Umesh Karunarathna" userId="d58f77e3adb34956" providerId="LiveId" clId="{76A1FE85-B5CD-4612-9145-79E6E6EAB00F}" dt="2025-11-30T20:29:21.402" v="90" actId="113"/>
          <ac:spMkLst>
            <pc:docMk/>
            <pc:sldMk cId="2197819357" sldId="266"/>
            <ac:spMk id="4" creationId="{891E24E6-7DE7-4698-EA9B-1792D532094D}"/>
          </ac:spMkLst>
        </pc:spChg>
      </pc:sldChg>
      <pc:sldChg chg="addSp delSp modSp new mod setBg addAnim delAnim">
        <pc:chgData name="Umesh Karunarathna" userId="d58f77e3adb34956" providerId="LiveId" clId="{76A1FE85-B5CD-4612-9145-79E6E6EAB00F}" dt="2025-12-03T02:05:51.055" v="219" actId="14100"/>
        <pc:sldMkLst>
          <pc:docMk/>
          <pc:sldMk cId="949784905" sldId="267"/>
        </pc:sldMkLst>
        <pc:spChg chg="mod ord">
          <ac:chgData name="Umesh Karunarathna" userId="d58f77e3adb34956" providerId="LiveId" clId="{76A1FE85-B5CD-4612-9145-79E6E6EAB00F}" dt="2025-12-03T02:05:51.055" v="219" actId="14100"/>
          <ac:spMkLst>
            <pc:docMk/>
            <pc:sldMk cId="949784905" sldId="267"/>
            <ac:spMk id="2" creationId="{9F61F161-9D0C-ACB8-0EB4-915C6CF47BF1}"/>
          </ac:spMkLst>
        </pc:spChg>
        <pc:spChg chg="add del mod">
          <ac:chgData name="Umesh Karunarathna" userId="d58f77e3adb34956" providerId="LiveId" clId="{76A1FE85-B5CD-4612-9145-79E6E6EAB00F}" dt="2025-12-03T02:04:33.660" v="178" actId="478"/>
          <ac:spMkLst>
            <pc:docMk/>
            <pc:sldMk cId="949784905" sldId="267"/>
            <ac:spMk id="5" creationId="{F5C3F3C7-742E-DC42-E40B-C9B89049995A}"/>
          </ac:spMkLst>
        </pc:spChg>
        <pc:spChg chg="add del">
          <ac:chgData name="Umesh Karunarathna" userId="d58f77e3adb34956" providerId="LiveId" clId="{76A1FE85-B5CD-4612-9145-79E6E6EAB00F}" dt="2025-12-03T02:04:56.131" v="181" actId="26606"/>
          <ac:spMkLst>
            <pc:docMk/>
            <pc:sldMk cId="949784905" sldId="267"/>
            <ac:spMk id="11" creationId="{82184FF4-7029-4ED7-813A-192E60608764}"/>
          </ac:spMkLst>
        </pc:spChg>
        <pc:spChg chg="add del">
          <ac:chgData name="Umesh Karunarathna" userId="d58f77e3adb34956" providerId="LiveId" clId="{76A1FE85-B5CD-4612-9145-79E6E6EAB00F}" dt="2025-12-03T02:04:56.131" v="181" actId="26606"/>
          <ac:spMkLst>
            <pc:docMk/>
            <pc:sldMk cId="949784905" sldId="267"/>
            <ac:spMk id="13" creationId="{AAA7AB09-557C-41AD-9113-FF9F68FA1035}"/>
          </ac:spMkLst>
        </pc:spChg>
        <pc:spChg chg="add del">
          <ac:chgData name="Umesh Karunarathna" userId="d58f77e3adb34956" providerId="LiveId" clId="{76A1FE85-B5CD-4612-9145-79E6E6EAB00F}" dt="2025-12-03T02:04:56.131" v="181" actId="26606"/>
          <ac:spMkLst>
            <pc:docMk/>
            <pc:sldMk cId="949784905" sldId="267"/>
            <ac:spMk id="15" creationId="{EF99ECAA-1F11-4937-BBA6-51935AB44C9D}"/>
          </ac:spMkLst>
        </pc:spChg>
        <pc:spChg chg="add del">
          <ac:chgData name="Umesh Karunarathna" userId="d58f77e3adb34956" providerId="LiveId" clId="{76A1FE85-B5CD-4612-9145-79E6E6EAB00F}" dt="2025-12-03T02:04:56.131" v="181" actId="26606"/>
          <ac:spMkLst>
            <pc:docMk/>
            <pc:sldMk cId="949784905" sldId="267"/>
            <ac:spMk id="23" creationId="{1DB043B4-68C6-45B9-82AC-A5800EADB8DB}"/>
          </ac:spMkLst>
        </pc:spChg>
        <pc:spChg chg="add del">
          <ac:chgData name="Umesh Karunarathna" userId="d58f77e3adb34956" providerId="LiveId" clId="{76A1FE85-B5CD-4612-9145-79E6E6EAB00F}" dt="2025-12-03T02:05:03.815" v="186" actId="26606"/>
          <ac:spMkLst>
            <pc:docMk/>
            <pc:sldMk cId="949784905" sldId="267"/>
            <ac:spMk id="27" creationId="{26FC4867-BA3E-4F8E-AB23-684F34DF3D31}"/>
          </ac:spMkLst>
        </pc:spChg>
        <pc:spChg chg="add del">
          <ac:chgData name="Umesh Karunarathna" userId="d58f77e3adb34956" providerId="LiveId" clId="{76A1FE85-B5CD-4612-9145-79E6E6EAB00F}" dt="2025-12-03T02:04:56.131" v="181" actId="26606"/>
          <ac:spMkLst>
            <pc:docMk/>
            <pc:sldMk cId="949784905" sldId="267"/>
            <ac:spMk id="29" creationId="{94459D96-B947-4C7F-8BCA-915F8B07C0AA}"/>
          </ac:spMkLst>
        </pc:spChg>
        <pc:spChg chg="add del">
          <ac:chgData name="Umesh Karunarathna" userId="d58f77e3adb34956" providerId="LiveId" clId="{76A1FE85-B5CD-4612-9145-79E6E6EAB00F}" dt="2025-12-03T02:05:01.936" v="184" actId="26606"/>
          <ac:spMkLst>
            <pc:docMk/>
            <pc:sldMk cId="949784905" sldId="267"/>
            <ac:spMk id="31" creationId="{82184FF4-7029-4ED7-813A-192E60608764}"/>
          </ac:spMkLst>
        </pc:spChg>
        <pc:spChg chg="add del">
          <ac:chgData name="Umesh Karunarathna" userId="d58f77e3adb34956" providerId="LiveId" clId="{76A1FE85-B5CD-4612-9145-79E6E6EAB00F}" dt="2025-12-03T02:05:01.936" v="184" actId="26606"/>
          <ac:spMkLst>
            <pc:docMk/>
            <pc:sldMk cId="949784905" sldId="267"/>
            <ac:spMk id="32" creationId="{AAA7AB09-557C-41AD-9113-FF9F68FA1035}"/>
          </ac:spMkLst>
        </pc:spChg>
        <pc:spChg chg="add del">
          <ac:chgData name="Umesh Karunarathna" userId="d58f77e3adb34956" providerId="LiveId" clId="{76A1FE85-B5CD-4612-9145-79E6E6EAB00F}" dt="2025-12-03T02:05:01.936" v="184" actId="26606"/>
          <ac:spMkLst>
            <pc:docMk/>
            <pc:sldMk cId="949784905" sldId="267"/>
            <ac:spMk id="33" creationId="{EF99ECAA-1F11-4937-BBA6-51935AB44C9D}"/>
          </ac:spMkLst>
        </pc:spChg>
        <pc:spChg chg="add del">
          <ac:chgData name="Umesh Karunarathna" userId="d58f77e3adb34956" providerId="LiveId" clId="{76A1FE85-B5CD-4612-9145-79E6E6EAB00F}" dt="2025-12-03T02:05:01.936" v="184" actId="26606"/>
          <ac:spMkLst>
            <pc:docMk/>
            <pc:sldMk cId="949784905" sldId="267"/>
            <ac:spMk id="39" creationId="{1DB043B4-68C6-45B9-82AC-A5800EADB8DB}"/>
          </ac:spMkLst>
        </pc:spChg>
        <pc:spChg chg="add del">
          <ac:chgData name="Umesh Karunarathna" userId="d58f77e3adb34956" providerId="LiveId" clId="{76A1FE85-B5CD-4612-9145-79E6E6EAB00F}" dt="2025-12-03T02:05:01.936" v="184" actId="26606"/>
          <ac:spMkLst>
            <pc:docMk/>
            <pc:sldMk cId="949784905" sldId="267"/>
            <ac:spMk id="40" creationId="{AD4EA4DF-0E7C-4098-86F6-7D0ACAEFC0BF}"/>
          </ac:spMkLst>
        </pc:spChg>
        <pc:spChg chg="add del">
          <ac:chgData name="Umesh Karunarathna" userId="d58f77e3adb34956" providerId="LiveId" clId="{76A1FE85-B5CD-4612-9145-79E6E6EAB00F}" dt="2025-12-03T02:05:01.936" v="184" actId="26606"/>
          <ac:spMkLst>
            <pc:docMk/>
            <pc:sldMk cId="949784905" sldId="267"/>
            <ac:spMk id="41" creationId="{FE05BC49-0F00-4C85-9AF5-A0CC5B39C8D2}"/>
          </ac:spMkLst>
        </pc:spChg>
        <pc:spChg chg="add del">
          <ac:chgData name="Umesh Karunarathna" userId="d58f77e3adb34956" providerId="LiveId" clId="{76A1FE85-B5CD-4612-9145-79E6E6EAB00F}" dt="2025-12-03T02:05:03.815" v="186" actId="26606"/>
          <ac:spMkLst>
            <pc:docMk/>
            <pc:sldMk cId="949784905" sldId="267"/>
            <ac:spMk id="43" creationId="{82184FF4-7029-4ED7-813A-192E60608764}"/>
          </ac:spMkLst>
        </pc:spChg>
        <pc:spChg chg="add del">
          <ac:chgData name="Umesh Karunarathna" userId="d58f77e3adb34956" providerId="LiveId" clId="{76A1FE85-B5CD-4612-9145-79E6E6EAB00F}" dt="2025-12-03T02:05:03.815" v="186" actId="26606"/>
          <ac:spMkLst>
            <pc:docMk/>
            <pc:sldMk cId="949784905" sldId="267"/>
            <ac:spMk id="44" creationId="{AAA7AB09-557C-41AD-9113-FF9F68FA1035}"/>
          </ac:spMkLst>
        </pc:spChg>
        <pc:spChg chg="add del">
          <ac:chgData name="Umesh Karunarathna" userId="d58f77e3adb34956" providerId="LiveId" clId="{76A1FE85-B5CD-4612-9145-79E6E6EAB00F}" dt="2025-12-03T02:05:03.815" v="186" actId="26606"/>
          <ac:spMkLst>
            <pc:docMk/>
            <pc:sldMk cId="949784905" sldId="267"/>
            <ac:spMk id="45" creationId="{EF99ECAA-1F11-4937-BBA6-51935AB44C9D}"/>
          </ac:spMkLst>
        </pc:spChg>
        <pc:spChg chg="add del">
          <ac:chgData name="Umesh Karunarathna" userId="d58f77e3adb34956" providerId="LiveId" clId="{76A1FE85-B5CD-4612-9145-79E6E6EAB00F}" dt="2025-12-03T02:05:03.815" v="186" actId="26606"/>
          <ac:spMkLst>
            <pc:docMk/>
            <pc:sldMk cId="949784905" sldId="267"/>
            <ac:spMk id="47" creationId="{1DB043B4-68C6-45B9-82AC-A5800EADB8DB}"/>
          </ac:spMkLst>
        </pc:spChg>
        <pc:spChg chg="add del">
          <ac:chgData name="Umesh Karunarathna" userId="d58f77e3adb34956" providerId="LiveId" clId="{76A1FE85-B5CD-4612-9145-79E6E6EAB00F}" dt="2025-12-03T02:05:03.815" v="186" actId="26606"/>
          <ac:spMkLst>
            <pc:docMk/>
            <pc:sldMk cId="949784905" sldId="267"/>
            <ac:spMk id="48" creationId="{3C64A91D-E535-4C24-A0E3-96A3810E3FDC}"/>
          </ac:spMkLst>
        </pc:spChg>
        <pc:spChg chg="add del">
          <ac:chgData name="Umesh Karunarathna" userId="d58f77e3adb34956" providerId="LiveId" clId="{76A1FE85-B5CD-4612-9145-79E6E6EAB00F}" dt="2025-12-03T02:05:05.748" v="188" actId="26606"/>
          <ac:spMkLst>
            <pc:docMk/>
            <pc:sldMk cId="949784905" sldId="267"/>
            <ac:spMk id="50" creationId="{82184FF4-7029-4ED7-813A-192E60608764}"/>
          </ac:spMkLst>
        </pc:spChg>
        <pc:spChg chg="add del">
          <ac:chgData name="Umesh Karunarathna" userId="d58f77e3adb34956" providerId="LiveId" clId="{76A1FE85-B5CD-4612-9145-79E6E6EAB00F}" dt="2025-12-03T02:05:05.748" v="188" actId="26606"/>
          <ac:spMkLst>
            <pc:docMk/>
            <pc:sldMk cId="949784905" sldId="267"/>
            <ac:spMk id="51" creationId="{AAA7AB09-557C-41AD-9113-FF9F68FA1035}"/>
          </ac:spMkLst>
        </pc:spChg>
        <pc:spChg chg="add del">
          <ac:chgData name="Umesh Karunarathna" userId="d58f77e3adb34956" providerId="LiveId" clId="{76A1FE85-B5CD-4612-9145-79E6E6EAB00F}" dt="2025-12-03T02:05:05.748" v="188" actId="26606"/>
          <ac:spMkLst>
            <pc:docMk/>
            <pc:sldMk cId="949784905" sldId="267"/>
            <ac:spMk id="52" creationId="{EF99ECAA-1F11-4937-BBA6-51935AB44C9D}"/>
          </ac:spMkLst>
        </pc:spChg>
        <pc:spChg chg="add del">
          <ac:chgData name="Umesh Karunarathna" userId="d58f77e3adb34956" providerId="LiveId" clId="{76A1FE85-B5CD-4612-9145-79E6E6EAB00F}" dt="2025-12-03T02:05:05.748" v="188" actId="26606"/>
          <ac:spMkLst>
            <pc:docMk/>
            <pc:sldMk cId="949784905" sldId="267"/>
            <ac:spMk id="58" creationId="{1DB043B4-68C6-45B9-82AC-A5800EADB8DB}"/>
          </ac:spMkLst>
        </pc:spChg>
        <pc:spChg chg="add del">
          <ac:chgData name="Umesh Karunarathna" userId="d58f77e3adb34956" providerId="LiveId" clId="{76A1FE85-B5CD-4612-9145-79E6E6EAB00F}" dt="2025-12-03T02:05:05.748" v="188" actId="26606"/>
          <ac:spMkLst>
            <pc:docMk/>
            <pc:sldMk cId="949784905" sldId="267"/>
            <ac:spMk id="59" creationId="{61B0F92C-925A-4D2E-839E-EB381378C315}"/>
          </ac:spMkLst>
        </pc:spChg>
        <pc:spChg chg="add del">
          <ac:chgData name="Umesh Karunarathna" userId="d58f77e3adb34956" providerId="LiveId" clId="{76A1FE85-B5CD-4612-9145-79E6E6EAB00F}" dt="2025-12-03T02:05:08.661" v="190" actId="26606"/>
          <ac:spMkLst>
            <pc:docMk/>
            <pc:sldMk cId="949784905" sldId="267"/>
            <ac:spMk id="61" creationId="{82184FF4-7029-4ED7-813A-192E60608764}"/>
          </ac:spMkLst>
        </pc:spChg>
        <pc:spChg chg="add del">
          <ac:chgData name="Umesh Karunarathna" userId="d58f77e3adb34956" providerId="LiveId" clId="{76A1FE85-B5CD-4612-9145-79E6E6EAB00F}" dt="2025-12-03T02:05:08.661" v="190" actId="26606"/>
          <ac:spMkLst>
            <pc:docMk/>
            <pc:sldMk cId="949784905" sldId="267"/>
            <ac:spMk id="62" creationId="{AAA7AB09-557C-41AD-9113-FF9F68FA1035}"/>
          </ac:spMkLst>
        </pc:spChg>
        <pc:spChg chg="add del">
          <ac:chgData name="Umesh Karunarathna" userId="d58f77e3adb34956" providerId="LiveId" clId="{76A1FE85-B5CD-4612-9145-79E6E6EAB00F}" dt="2025-12-03T02:05:08.661" v="190" actId="26606"/>
          <ac:spMkLst>
            <pc:docMk/>
            <pc:sldMk cId="949784905" sldId="267"/>
            <ac:spMk id="63" creationId="{EF99ECAA-1F11-4937-BBA6-51935AB44C9D}"/>
          </ac:spMkLst>
        </pc:spChg>
        <pc:spChg chg="add del">
          <ac:chgData name="Umesh Karunarathna" userId="d58f77e3adb34956" providerId="LiveId" clId="{76A1FE85-B5CD-4612-9145-79E6E6EAB00F}" dt="2025-12-03T02:05:08.661" v="190" actId="26606"/>
          <ac:spMkLst>
            <pc:docMk/>
            <pc:sldMk cId="949784905" sldId="267"/>
            <ac:spMk id="65" creationId="{1DB043B4-68C6-45B9-82AC-A5800EADB8DB}"/>
          </ac:spMkLst>
        </pc:spChg>
        <pc:spChg chg="add del">
          <ac:chgData name="Umesh Karunarathna" userId="d58f77e3adb34956" providerId="LiveId" clId="{76A1FE85-B5CD-4612-9145-79E6E6EAB00F}" dt="2025-12-03T02:05:08.661" v="190" actId="26606"/>
          <ac:spMkLst>
            <pc:docMk/>
            <pc:sldMk cId="949784905" sldId="267"/>
            <ac:spMk id="66" creationId="{AD4EA4DF-0E7C-4098-86F6-7D0ACAEFC0BF}"/>
          </ac:spMkLst>
        </pc:spChg>
        <pc:spChg chg="add del">
          <ac:chgData name="Umesh Karunarathna" userId="d58f77e3adb34956" providerId="LiveId" clId="{76A1FE85-B5CD-4612-9145-79E6E6EAB00F}" dt="2025-12-03T02:05:08.661" v="190" actId="26606"/>
          <ac:spMkLst>
            <pc:docMk/>
            <pc:sldMk cId="949784905" sldId="267"/>
            <ac:spMk id="67" creationId="{FE05BC49-0F00-4C85-9AF5-A0CC5B39C8D2}"/>
          </ac:spMkLst>
        </pc:spChg>
        <pc:spChg chg="add del">
          <ac:chgData name="Umesh Karunarathna" userId="d58f77e3adb34956" providerId="LiveId" clId="{76A1FE85-B5CD-4612-9145-79E6E6EAB00F}" dt="2025-12-03T02:05:11.108" v="192" actId="26606"/>
          <ac:spMkLst>
            <pc:docMk/>
            <pc:sldMk cId="949784905" sldId="267"/>
            <ac:spMk id="69" creationId="{82184FF4-7029-4ED7-813A-192E60608764}"/>
          </ac:spMkLst>
        </pc:spChg>
        <pc:spChg chg="add del">
          <ac:chgData name="Umesh Karunarathna" userId="d58f77e3adb34956" providerId="LiveId" clId="{76A1FE85-B5CD-4612-9145-79E6E6EAB00F}" dt="2025-12-03T02:05:11.108" v="192" actId="26606"/>
          <ac:spMkLst>
            <pc:docMk/>
            <pc:sldMk cId="949784905" sldId="267"/>
            <ac:spMk id="70" creationId="{AAA7AB09-557C-41AD-9113-FF9F68FA1035}"/>
          </ac:spMkLst>
        </pc:spChg>
        <pc:spChg chg="add del">
          <ac:chgData name="Umesh Karunarathna" userId="d58f77e3adb34956" providerId="LiveId" clId="{76A1FE85-B5CD-4612-9145-79E6E6EAB00F}" dt="2025-12-03T02:05:11.108" v="192" actId="26606"/>
          <ac:spMkLst>
            <pc:docMk/>
            <pc:sldMk cId="949784905" sldId="267"/>
            <ac:spMk id="71" creationId="{EF99ECAA-1F11-4937-BBA6-51935AB44C9D}"/>
          </ac:spMkLst>
        </pc:spChg>
        <pc:spChg chg="add del">
          <ac:chgData name="Umesh Karunarathna" userId="d58f77e3adb34956" providerId="LiveId" clId="{76A1FE85-B5CD-4612-9145-79E6E6EAB00F}" dt="2025-12-03T02:05:11.108" v="192" actId="26606"/>
          <ac:spMkLst>
            <pc:docMk/>
            <pc:sldMk cId="949784905" sldId="267"/>
            <ac:spMk id="77" creationId="{1DB043B4-68C6-45B9-82AC-A5800EADB8DB}"/>
          </ac:spMkLst>
        </pc:spChg>
        <pc:spChg chg="add del">
          <ac:chgData name="Umesh Karunarathna" userId="d58f77e3adb34956" providerId="LiveId" clId="{76A1FE85-B5CD-4612-9145-79E6E6EAB00F}" dt="2025-12-03T02:05:12.332" v="194" actId="26606"/>
          <ac:spMkLst>
            <pc:docMk/>
            <pc:sldMk cId="949784905" sldId="267"/>
            <ac:spMk id="79" creationId="{82184FF4-7029-4ED7-813A-192E60608764}"/>
          </ac:spMkLst>
        </pc:spChg>
        <pc:spChg chg="add del">
          <ac:chgData name="Umesh Karunarathna" userId="d58f77e3adb34956" providerId="LiveId" clId="{76A1FE85-B5CD-4612-9145-79E6E6EAB00F}" dt="2025-12-03T02:05:12.332" v="194" actId="26606"/>
          <ac:spMkLst>
            <pc:docMk/>
            <pc:sldMk cId="949784905" sldId="267"/>
            <ac:spMk id="80" creationId="{AAA7AB09-557C-41AD-9113-FF9F68FA1035}"/>
          </ac:spMkLst>
        </pc:spChg>
        <pc:spChg chg="add del">
          <ac:chgData name="Umesh Karunarathna" userId="d58f77e3adb34956" providerId="LiveId" clId="{76A1FE85-B5CD-4612-9145-79E6E6EAB00F}" dt="2025-12-03T02:05:12.332" v="194" actId="26606"/>
          <ac:spMkLst>
            <pc:docMk/>
            <pc:sldMk cId="949784905" sldId="267"/>
            <ac:spMk id="81" creationId="{EF99ECAA-1F11-4937-BBA6-51935AB44C9D}"/>
          </ac:spMkLst>
        </pc:spChg>
        <pc:spChg chg="add del">
          <ac:chgData name="Umesh Karunarathna" userId="d58f77e3adb34956" providerId="LiveId" clId="{76A1FE85-B5CD-4612-9145-79E6E6EAB00F}" dt="2025-12-03T02:05:12.332" v="194" actId="26606"/>
          <ac:spMkLst>
            <pc:docMk/>
            <pc:sldMk cId="949784905" sldId="267"/>
            <ac:spMk id="83" creationId="{1DB043B4-68C6-45B9-82AC-A5800EADB8DB}"/>
          </ac:spMkLst>
        </pc:spChg>
        <pc:spChg chg="add del">
          <ac:chgData name="Umesh Karunarathna" userId="d58f77e3adb34956" providerId="LiveId" clId="{76A1FE85-B5CD-4612-9145-79E6E6EAB00F}" dt="2025-12-03T02:05:12.332" v="194" actId="26606"/>
          <ac:spMkLst>
            <pc:docMk/>
            <pc:sldMk cId="949784905" sldId="267"/>
            <ac:spMk id="84" creationId="{BEBFBB3C-FA07-4A06-A8D8-D690F92A2817}"/>
          </ac:spMkLst>
        </pc:spChg>
        <pc:spChg chg="add del">
          <ac:chgData name="Umesh Karunarathna" userId="d58f77e3adb34956" providerId="LiveId" clId="{76A1FE85-B5CD-4612-9145-79E6E6EAB00F}" dt="2025-12-03T02:05:16.944" v="196" actId="26606"/>
          <ac:spMkLst>
            <pc:docMk/>
            <pc:sldMk cId="949784905" sldId="267"/>
            <ac:spMk id="86" creationId="{82184FF4-7029-4ED7-813A-192E60608764}"/>
          </ac:spMkLst>
        </pc:spChg>
        <pc:spChg chg="add del">
          <ac:chgData name="Umesh Karunarathna" userId="d58f77e3adb34956" providerId="LiveId" clId="{76A1FE85-B5CD-4612-9145-79E6E6EAB00F}" dt="2025-12-03T02:05:16.944" v="196" actId="26606"/>
          <ac:spMkLst>
            <pc:docMk/>
            <pc:sldMk cId="949784905" sldId="267"/>
            <ac:spMk id="87" creationId="{AAA7AB09-557C-41AD-9113-FF9F68FA1035}"/>
          </ac:spMkLst>
        </pc:spChg>
        <pc:spChg chg="add del">
          <ac:chgData name="Umesh Karunarathna" userId="d58f77e3adb34956" providerId="LiveId" clId="{76A1FE85-B5CD-4612-9145-79E6E6EAB00F}" dt="2025-12-03T02:05:16.944" v="196" actId="26606"/>
          <ac:spMkLst>
            <pc:docMk/>
            <pc:sldMk cId="949784905" sldId="267"/>
            <ac:spMk id="88" creationId="{EF99ECAA-1F11-4937-BBA6-51935AB44C9D}"/>
          </ac:spMkLst>
        </pc:spChg>
        <pc:spChg chg="add del">
          <ac:chgData name="Umesh Karunarathna" userId="d58f77e3adb34956" providerId="LiveId" clId="{76A1FE85-B5CD-4612-9145-79E6E6EAB00F}" dt="2025-12-03T02:05:16.944" v="196" actId="26606"/>
          <ac:spMkLst>
            <pc:docMk/>
            <pc:sldMk cId="949784905" sldId="267"/>
            <ac:spMk id="94" creationId="{1DB043B4-68C6-45B9-82AC-A5800EADB8DB}"/>
          </ac:spMkLst>
        </pc:spChg>
        <pc:spChg chg="add del">
          <ac:chgData name="Umesh Karunarathna" userId="d58f77e3adb34956" providerId="LiveId" clId="{76A1FE85-B5CD-4612-9145-79E6E6EAB00F}" dt="2025-12-03T02:05:16.944" v="196" actId="26606"/>
          <ac:spMkLst>
            <pc:docMk/>
            <pc:sldMk cId="949784905" sldId="267"/>
            <ac:spMk id="95" creationId="{7AEC842D-C905-4DEA-B1C3-CA51995C572A}"/>
          </ac:spMkLst>
        </pc:spChg>
        <pc:spChg chg="add del">
          <ac:chgData name="Umesh Karunarathna" userId="d58f77e3adb34956" providerId="LiveId" clId="{76A1FE85-B5CD-4612-9145-79E6E6EAB00F}" dt="2025-12-03T02:05:16.944" v="196" actId="26606"/>
          <ac:spMkLst>
            <pc:docMk/>
            <pc:sldMk cId="949784905" sldId="267"/>
            <ac:spMk id="96" creationId="{FE05BC49-0F00-4C85-9AF5-A0CC5B39C8D2}"/>
          </ac:spMkLst>
        </pc:spChg>
        <pc:spChg chg="add">
          <ac:chgData name="Umesh Karunarathna" userId="d58f77e3adb34956" providerId="LiveId" clId="{76A1FE85-B5CD-4612-9145-79E6E6EAB00F}" dt="2025-12-03T02:05:16.956" v="197" actId="26606"/>
          <ac:spMkLst>
            <pc:docMk/>
            <pc:sldMk cId="949784905" sldId="267"/>
            <ac:spMk id="101" creationId="{82184FF4-7029-4ED7-813A-192E60608764}"/>
          </ac:spMkLst>
        </pc:spChg>
        <pc:spChg chg="add">
          <ac:chgData name="Umesh Karunarathna" userId="d58f77e3adb34956" providerId="LiveId" clId="{76A1FE85-B5CD-4612-9145-79E6E6EAB00F}" dt="2025-12-03T02:05:16.956" v="197" actId="26606"/>
          <ac:spMkLst>
            <pc:docMk/>
            <pc:sldMk cId="949784905" sldId="267"/>
            <ac:spMk id="102" creationId="{AAA7AB09-557C-41AD-9113-FF9F68FA1035}"/>
          </ac:spMkLst>
        </pc:spChg>
        <pc:spChg chg="add">
          <ac:chgData name="Umesh Karunarathna" userId="d58f77e3adb34956" providerId="LiveId" clId="{76A1FE85-B5CD-4612-9145-79E6E6EAB00F}" dt="2025-12-03T02:05:16.956" v="197" actId="26606"/>
          <ac:spMkLst>
            <pc:docMk/>
            <pc:sldMk cId="949784905" sldId="267"/>
            <ac:spMk id="103" creationId="{EF99ECAA-1F11-4937-BBA6-51935AB44C9D}"/>
          </ac:spMkLst>
        </pc:spChg>
        <pc:spChg chg="add">
          <ac:chgData name="Umesh Karunarathna" userId="d58f77e3adb34956" providerId="LiveId" clId="{76A1FE85-B5CD-4612-9145-79E6E6EAB00F}" dt="2025-12-03T02:05:16.956" v="197" actId="26606"/>
          <ac:spMkLst>
            <pc:docMk/>
            <pc:sldMk cId="949784905" sldId="267"/>
            <ac:spMk id="105" creationId="{1DB043B4-68C6-45B9-82AC-A5800EADB8DB}"/>
          </ac:spMkLst>
        </pc:spChg>
        <pc:spChg chg="add">
          <ac:chgData name="Umesh Karunarathna" userId="d58f77e3adb34956" providerId="LiveId" clId="{76A1FE85-B5CD-4612-9145-79E6E6EAB00F}" dt="2025-12-03T02:05:16.956" v="197" actId="26606"/>
          <ac:spMkLst>
            <pc:docMk/>
            <pc:sldMk cId="949784905" sldId="267"/>
            <ac:spMk id="106" creationId="{D87560B9-86B8-4558-93E9-FAB8DBE40C16}"/>
          </ac:spMkLst>
        </pc:spChg>
        <pc:spChg chg="add">
          <ac:chgData name="Umesh Karunarathna" userId="d58f77e3adb34956" providerId="LiveId" clId="{76A1FE85-B5CD-4612-9145-79E6E6EAB00F}" dt="2025-12-03T02:05:16.956" v="197" actId="26606"/>
          <ac:spMkLst>
            <pc:docMk/>
            <pc:sldMk cId="949784905" sldId="267"/>
            <ac:spMk id="107" creationId="{71400469-1077-4353-BFB5-E4159ADF1921}"/>
          </ac:spMkLst>
        </pc:spChg>
        <pc:spChg chg="add">
          <ac:chgData name="Umesh Karunarathna" userId="d58f77e3adb34956" providerId="LiveId" clId="{76A1FE85-B5CD-4612-9145-79E6E6EAB00F}" dt="2025-12-03T02:05:16.956" v="197" actId="26606"/>
          <ac:spMkLst>
            <pc:docMk/>
            <pc:sldMk cId="949784905" sldId="267"/>
            <ac:spMk id="108" creationId="{F28851F7-6B20-43F1-90FF-B41CE11AFC7E}"/>
          </ac:spMkLst>
        </pc:spChg>
        <pc:spChg chg="add">
          <ac:chgData name="Umesh Karunarathna" userId="d58f77e3adb34956" providerId="LiveId" clId="{76A1FE85-B5CD-4612-9145-79E6E6EAB00F}" dt="2025-12-03T02:05:16.956" v="197" actId="26606"/>
          <ac:spMkLst>
            <pc:docMk/>
            <pc:sldMk cId="949784905" sldId="267"/>
            <ac:spMk id="109" creationId="{09E6BACC-8290-425B-A517-1914E16D829A}"/>
          </ac:spMkLst>
        </pc:spChg>
        <pc:grpChg chg="add del">
          <ac:chgData name="Umesh Karunarathna" userId="d58f77e3adb34956" providerId="LiveId" clId="{76A1FE85-B5CD-4612-9145-79E6E6EAB00F}" dt="2025-12-03T02:04:56.131" v="181" actId="26606"/>
          <ac:grpSpMkLst>
            <pc:docMk/>
            <pc:sldMk cId="949784905" sldId="267"/>
            <ac:grpSpMk id="17" creationId="{79DE9FAB-6BBA-4CFE-B67D-77B47F01ECA4}"/>
          </ac:grpSpMkLst>
        </pc:grpChg>
        <pc:grpChg chg="add del">
          <ac:chgData name="Umesh Karunarathna" userId="d58f77e3adb34956" providerId="LiveId" clId="{76A1FE85-B5CD-4612-9145-79E6E6EAB00F}" dt="2025-12-03T02:04:56.131" v="181" actId="26606"/>
          <ac:grpSpMkLst>
            <pc:docMk/>
            <pc:sldMk cId="949784905" sldId="267"/>
            <ac:grpSpMk id="25" creationId="{73840CF4-F848-4FE0-AEA6-C9E806911B9E}"/>
          </ac:grpSpMkLst>
        </pc:grpChg>
        <pc:grpChg chg="add del">
          <ac:chgData name="Umesh Karunarathna" userId="d58f77e3adb34956" providerId="LiveId" clId="{76A1FE85-B5CD-4612-9145-79E6E6EAB00F}" dt="2025-12-03T02:05:01.936" v="184" actId="26606"/>
          <ac:grpSpMkLst>
            <pc:docMk/>
            <pc:sldMk cId="949784905" sldId="267"/>
            <ac:grpSpMk id="34" creationId="{79DE9FAB-6BBA-4CFE-B67D-77B47F01ECA4}"/>
          </ac:grpSpMkLst>
        </pc:grpChg>
        <pc:grpChg chg="add del">
          <ac:chgData name="Umesh Karunarathna" userId="d58f77e3adb34956" providerId="LiveId" clId="{76A1FE85-B5CD-4612-9145-79E6E6EAB00F}" dt="2025-12-03T02:05:03.815" v="186" actId="26606"/>
          <ac:grpSpMkLst>
            <pc:docMk/>
            <pc:sldMk cId="949784905" sldId="267"/>
            <ac:grpSpMk id="46" creationId="{79DE9FAB-6BBA-4CFE-B67D-77B47F01ECA4}"/>
          </ac:grpSpMkLst>
        </pc:grpChg>
        <pc:grpChg chg="add del">
          <ac:chgData name="Umesh Karunarathna" userId="d58f77e3adb34956" providerId="LiveId" clId="{76A1FE85-B5CD-4612-9145-79E6E6EAB00F}" dt="2025-12-03T02:05:05.748" v="188" actId="26606"/>
          <ac:grpSpMkLst>
            <pc:docMk/>
            <pc:sldMk cId="949784905" sldId="267"/>
            <ac:grpSpMk id="53" creationId="{79DE9FAB-6BBA-4CFE-B67D-77B47F01ECA4}"/>
          </ac:grpSpMkLst>
        </pc:grpChg>
        <pc:grpChg chg="add del">
          <ac:chgData name="Umesh Karunarathna" userId="d58f77e3adb34956" providerId="LiveId" clId="{76A1FE85-B5CD-4612-9145-79E6E6EAB00F}" dt="2025-12-03T02:05:08.661" v="190" actId="26606"/>
          <ac:grpSpMkLst>
            <pc:docMk/>
            <pc:sldMk cId="949784905" sldId="267"/>
            <ac:grpSpMk id="64" creationId="{79DE9FAB-6BBA-4CFE-B67D-77B47F01ECA4}"/>
          </ac:grpSpMkLst>
        </pc:grpChg>
        <pc:grpChg chg="add del">
          <ac:chgData name="Umesh Karunarathna" userId="d58f77e3adb34956" providerId="LiveId" clId="{76A1FE85-B5CD-4612-9145-79E6E6EAB00F}" dt="2025-12-03T02:05:11.108" v="192" actId="26606"/>
          <ac:grpSpMkLst>
            <pc:docMk/>
            <pc:sldMk cId="949784905" sldId="267"/>
            <ac:grpSpMk id="72" creationId="{79DE9FAB-6BBA-4CFE-B67D-77B47F01ECA4}"/>
          </ac:grpSpMkLst>
        </pc:grpChg>
        <pc:grpChg chg="add del">
          <ac:chgData name="Umesh Karunarathna" userId="d58f77e3adb34956" providerId="LiveId" clId="{76A1FE85-B5CD-4612-9145-79E6E6EAB00F}" dt="2025-12-03T02:05:12.332" v="194" actId="26606"/>
          <ac:grpSpMkLst>
            <pc:docMk/>
            <pc:sldMk cId="949784905" sldId="267"/>
            <ac:grpSpMk id="82" creationId="{79DE9FAB-6BBA-4CFE-B67D-77B47F01ECA4}"/>
          </ac:grpSpMkLst>
        </pc:grpChg>
        <pc:grpChg chg="add del">
          <ac:chgData name="Umesh Karunarathna" userId="d58f77e3adb34956" providerId="LiveId" clId="{76A1FE85-B5CD-4612-9145-79E6E6EAB00F}" dt="2025-12-03T02:05:16.944" v="196" actId="26606"/>
          <ac:grpSpMkLst>
            <pc:docMk/>
            <pc:sldMk cId="949784905" sldId="267"/>
            <ac:grpSpMk id="89" creationId="{79DE9FAB-6BBA-4CFE-B67D-77B47F01ECA4}"/>
          </ac:grpSpMkLst>
        </pc:grpChg>
        <pc:grpChg chg="add del">
          <ac:chgData name="Umesh Karunarathna" userId="d58f77e3adb34956" providerId="LiveId" clId="{76A1FE85-B5CD-4612-9145-79E6E6EAB00F}" dt="2025-12-03T02:05:16.944" v="196" actId="26606"/>
          <ac:grpSpMkLst>
            <pc:docMk/>
            <pc:sldMk cId="949784905" sldId="267"/>
            <ac:grpSpMk id="97" creationId="{9845873E-9C86-4496-87B7-3A6141D7DE63}"/>
          </ac:grpSpMkLst>
        </pc:grpChg>
        <pc:graphicFrameChg chg="add del mod modGraphic">
          <ac:chgData name="Umesh Karunarathna" userId="d58f77e3adb34956" providerId="LiveId" clId="{76A1FE85-B5CD-4612-9145-79E6E6EAB00F}" dt="2025-12-03T02:04:15.599" v="175" actId="478"/>
          <ac:graphicFrameMkLst>
            <pc:docMk/>
            <pc:sldMk cId="949784905" sldId="267"/>
            <ac:graphicFrameMk id="4" creationId="{8E7D22AA-1CE1-9BEA-8B82-C1679FAD8339}"/>
          </ac:graphicFrameMkLst>
        </pc:graphicFrameChg>
        <pc:picChg chg="add mod">
          <ac:chgData name="Umesh Karunarathna" userId="d58f77e3adb34956" providerId="LiveId" clId="{76A1FE85-B5CD-4612-9145-79E6E6EAB00F}" dt="2025-12-03T02:05:21.510" v="198" actId="27614"/>
          <ac:picMkLst>
            <pc:docMk/>
            <pc:sldMk cId="949784905" sldId="267"/>
            <ac:picMk id="6" creationId="{EEE11927-9871-3049-4FE8-A23338D169ED}"/>
          </ac:picMkLst>
        </pc:picChg>
      </pc:sldChg>
      <pc:sldChg chg="addSp delSp modSp new modNotesTx">
        <pc:chgData name="Umesh Karunarathna" userId="d58f77e3adb34956" providerId="LiveId" clId="{76A1FE85-B5CD-4612-9145-79E6E6EAB00F}" dt="2025-12-04T17:24:32.257" v="272" actId="20577"/>
        <pc:sldMkLst>
          <pc:docMk/>
          <pc:sldMk cId="1586937860" sldId="268"/>
        </pc:sldMkLst>
        <pc:spChg chg="mod">
          <ac:chgData name="Umesh Karunarathna" userId="d58f77e3adb34956" providerId="LiveId" clId="{76A1FE85-B5CD-4612-9145-79E6E6EAB00F}" dt="2025-11-30T20:31:25.556" v="107"/>
          <ac:spMkLst>
            <pc:docMk/>
            <pc:sldMk cId="1586937860" sldId="268"/>
            <ac:spMk id="2" creationId="{FA0BA180-F45B-CD1C-6928-357556A337D9}"/>
          </ac:spMkLst>
        </pc:spChg>
        <pc:spChg chg="add mod">
          <ac:chgData name="Umesh Karunarathna" userId="d58f77e3adb34956" providerId="LiveId" clId="{76A1FE85-B5CD-4612-9145-79E6E6EAB00F}" dt="2025-11-30T20:31:34.165" v="108"/>
          <ac:spMkLst>
            <pc:docMk/>
            <pc:sldMk cId="1586937860" sldId="268"/>
            <ac:spMk id="4" creationId="{7D9734E0-D269-5A95-86C8-21DE904BEB47}"/>
          </ac:spMkLst>
        </pc:spChg>
      </pc:sldChg>
      <pc:sldChg chg="addSp delSp modSp new mod setBg modNotesTx">
        <pc:chgData name="Umesh Karunarathna" userId="d58f77e3adb34956" providerId="LiveId" clId="{76A1FE85-B5CD-4612-9145-79E6E6EAB00F}" dt="2025-12-04T17:24:34.748" v="273" actId="20577"/>
        <pc:sldMkLst>
          <pc:docMk/>
          <pc:sldMk cId="1303568019" sldId="269"/>
        </pc:sldMkLst>
        <pc:spChg chg="mod">
          <ac:chgData name="Umesh Karunarathna" userId="d58f77e3adb34956" providerId="LiveId" clId="{76A1FE85-B5CD-4612-9145-79E6E6EAB00F}" dt="2025-11-30T20:35:11.004" v="141" actId="26606"/>
          <ac:spMkLst>
            <pc:docMk/>
            <pc:sldMk cId="1303568019" sldId="269"/>
            <ac:spMk id="2" creationId="{4B24D665-B61A-19EA-5CD3-7A5059FBA641}"/>
          </ac:spMkLst>
        </pc:spChg>
        <pc:spChg chg="add">
          <ac:chgData name="Umesh Karunarathna" userId="d58f77e3adb34956" providerId="LiveId" clId="{76A1FE85-B5CD-4612-9145-79E6E6EAB00F}" dt="2025-11-30T20:35:11.004" v="141" actId="26606"/>
          <ac:spMkLst>
            <pc:docMk/>
            <pc:sldMk cId="1303568019" sldId="269"/>
            <ac:spMk id="9" creationId="{83BAC750-AB61-1D0C-AA86-D5EFE22AC2F6}"/>
          </ac:spMkLst>
        </pc:spChg>
        <pc:spChg chg="add">
          <ac:chgData name="Umesh Karunarathna" userId="d58f77e3adb34956" providerId="LiveId" clId="{76A1FE85-B5CD-4612-9145-79E6E6EAB00F}" dt="2025-11-30T20:35:11.004" v="141" actId="26606"/>
          <ac:spMkLst>
            <pc:docMk/>
            <pc:sldMk cId="1303568019" sldId="269"/>
            <ac:spMk id="12" creationId="{A5931BE0-4B93-4D6C-878E-ACC59D6B4587}"/>
          </ac:spMkLst>
        </pc:spChg>
        <pc:spChg chg="add">
          <ac:chgData name="Umesh Karunarathna" userId="d58f77e3adb34956" providerId="LiveId" clId="{76A1FE85-B5CD-4612-9145-79E6E6EAB00F}" dt="2025-11-30T20:35:11.004" v="141" actId="26606"/>
          <ac:spMkLst>
            <pc:docMk/>
            <pc:sldMk cId="1303568019" sldId="269"/>
            <ac:spMk id="14" creationId="{FD3E50C4-0603-4524-A349-442067B88BF6}"/>
          </ac:spMkLst>
        </pc:spChg>
        <pc:picChg chg="add mod modCrop">
          <ac:chgData name="Umesh Karunarathna" userId="d58f77e3adb34956" providerId="LiveId" clId="{76A1FE85-B5CD-4612-9145-79E6E6EAB00F}" dt="2025-11-30T20:35:11.004" v="141" actId="26606"/>
          <ac:picMkLst>
            <pc:docMk/>
            <pc:sldMk cId="1303568019" sldId="269"/>
            <ac:picMk id="5" creationId="{134AF003-AC35-2805-36D5-22FABA18E0A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D01C25-3320-47ED-851F-C09639BC74F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9AE777-D413-4C11-883D-EDC7C76DEADF}">
      <dgm:prSet/>
      <dgm:spPr/>
      <dgm:t>
        <a:bodyPr/>
        <a:lstStyle/>
        <a:p>
          <a:r>
            <a:rPr lang="en-US" b="0" i="0" baseline="0"/>
            <a:t>Local model: </a:t>
          </a:r>
          <a:r>
            <a:rPr lang="en-US" b="1" i="0" baseline="0"/>
            <a:t>Mistral 7B</a:t>
          </a:r>
          <a:endParaRPr lang="en-US"/>
        </a:p>
      </dgm:t>
    </dgm:pt>
    <dgm:pt modelId="{DD108880-59E2-42AA-AC37-A76D47A86996}" type="parTrans" cxnId="{BFAB32C8-AF61-461A-B158-2FC08303DE9C}">
      <dgm:prSet/>
      <dgm:spPr/>
      <dgm:t>
        <a:bodyPr/>
        <a:lstStyle/>
        <a:p>
          <a:endParaRPr lang="en-US"/>
        </a:p>
      </dgm:t>
    </dgm:pt>
    <dgm:pt modelId="{217E6ECA-CDF9-43CA-8BE6-7001DE1C0F8D}" type="sibTrans" cxnId="{BFAB32C8-AF61-461A-B158-2FC08303DE9C}">
      <dgm:prSet/>
      <dgm:spPr/>
      <dgm:t>
        <a:bodyPr/>
        <a:lstStyle/>
        <a:p>
          <a:endParaRPr lang="en-US"/>
        </a:p>
      </dgm:t>
    </dgm:pt>
    <dgm:pt modelId="{DAB47181-51B7-452E-A134-07B7BC7793E8}">
      <dgm:prSet/>
      <dgm:spPr/>
      <dgm:t>
        <a:bodyPr/>
        <a:lstStyle/>
        <a:p>
          <a:r>
            <a:rPr lang="en-US" b="0" i="0" baseline="0" dirty="0"/>
            <a:t>Schema hints</a:t>
          </a:r>
          <a:endParaRPr lang="en-US" dirty="0"/>
        </a:p>
      </dgm:t>
    </dgm:pt>
    <dgm:pt modelId="{E886E025-7E4E-4743-A88C-F70C55FB717E}" type="parTrans" cxnId="{08134E8E-AA6D-4091-8168-DBC752A5F667}">
      <dgm:prSet/>
      <dgm:spPr/>
      <dgm:t>
        <a:bodyPr/>
        <a:lstStyle/>
        <a:p>
          <a:endParaRPr lang="en-US"/>
        </a:p>
      </dgm:t>
    </dgm:pt>
    <dgm:pt modelId="{1660B07A-C87B-46F3-9754-A8010EE0FD4B}" type="sibTrans" cxnId="{08134E8E-AA6D-4091-8168-DBC752A5F667}">
      <dgm:prSet/>
      <dgm:spPr/>
      <dgm:t>
        <a:bodyPr/>
        <a:lstStyle/>
        <a:p>
          <a:endParaRPr lang="en-US"/>
        </a:p>
      </dgm:t>
    </dgm:pt>
    <dgm:pt modelId="{801E9B18-700A-4087-91EA-EB217E535BEC}">
      <dgm:prSet/>
      <dgm:spPr/>
      <dgm:t>
        <a:bodyPr/>
        <a:lstStyle/>
        <a:p>
          <a:r>
            <a:rPr lang="en-US" b="0" i="0" baseline="0" dirty="0"/>
            <a:t>Keyword → </a:t>
          </a:r>
          <a:r>
            <a:rPr lang="en-US" b="0" i="0" baseline="0" dirty="0" err="1"/>
            <a:t>rule_desc</a:t>
          </a:r>
          <a:r>
            <a:rPr lang="en-US" b="0" i="0" baseline="0" dirty="0"/>
            <a:t> mappings</a:t>
          </a:r>
          <a:endParaRPr lang="en-US" dirty="0"/>
        </a:p>
      </dgm:t>
    </dgm:pt>
    <dgm:pt modelId="{8B24AAAD-1939-456E-8ECF-3691942170E4}" type="parTrans" cxnId="{5FFFEFA8-0CE3-40DC-89F0-CAC3C172FD6F}">
      <dgm:prSet/>
      <dgm:spPr/>
      <dgm:t>
        <a:bodyPr/>
        <a:lstStyle/>
        <a:p>
          <a:endParaRPr lang="en-US"/>
        </a:p>
      </dgm:t>
    </dgm:pt>
    <dgm:pt modelId="{527E4BC1-272C-4922-A2A5-B7565365762D}" type="sibTrans" cxnId="{5FFFEFA8-0CE3-40DC-89F0-CAC3C172FD6F}">
      <dgm:prSet/>
      <dgm:spPr/>
      <dgm:t>
        <a:bodyPr/>
        <a:lstStyle/>
        <a:p>
          <a:endParaRPr lang="en-US"/>
        </a:p>
      </dgm:t>
    </dgm:pt>
    <dgm:pt modelId="{8A5DF4DC-5B6B-4647-ABC4-9AAC7D6CC3AC}">
      <dgm:prSet/>
      <dgm:spPr/>
      <dgm:t>
        <a:bodyPr/>
        <a:lstStyle/>
        <a:p>
          <a:r>
            <a:rPr lang="en-US" b="0" i="0" baseline="0"/>
            <a:t>Severity mapping</a:t>
          </a:r>
          <a:endParaRPr lang="en-US"/>
        </a:p>
      </dgm:t>
    </dgm:pt>
    <dgm:pt modelId="{B054A5B3-47E7-4BE6-A564-90791981DD19}" type="parTrans" cxnId="{4393C537-0A7F-4004-BB75-958A7D9243E3}">
      <dgm:prSet/>
      <dgm:spPr/>
      <dgm:t>
        <a:bodyPr/>
        <a:lstStyle/>
        <a:p>
          <a:endParaRPr lang="en-US"/>
        </a:p>
      </dgm:t>
    </dgm:pt>
    <dgm:pt modelId="{6E103F2B-0FF3-4BBA-AA0A-8BF85B5B1EF2}" type="sibTrans" cxnId="{4393C537-0A7F-4004-BB75-958A7D9243E3}">
      <dgm:prSet/>
      <dgm:spPr/>
      <dgm:t>
        <a:bodyPr/>
        <a:lstStyle/>
        <a:p>
          <a:endParaRPr lang="en-US"/>
        </a:p>
      </dgm:t>
    </dgm:pt>
    <dgm:pt modelId="{F222F221-63A5-4069-9E2C-219A94D76E51}">
      <dgm:prSet/>
      <dgm:spPr/>
      <dgm:t>
        <a:bodyPr/>
        <a:lstStyle/>
        <a:p>
          <a:r>
            <a:rPr lang="en-US" b="0" i="0" baseline="0"/>
            <a:t>SQL rules and restrictions</a:t>
          </a:r>
          <a:endParaRPr lang="en-US"/>
        </a:p>
      </dgm:t>
    </dgm:pt>
    <dgm:pt modelId="{297BE4F5-FD78-4EB2-AE7E-7ECE9BAE6DFA}" type="parTrans" cxnId="{FDF2CFC6-729A-494B-B39D-C8B58F97D94A}">
      <dgm:prSet/>
      <dgm:spPr/>
      <dgm:t>
        <a:bodyPr/>
        <a:lstStyle/>
        <a:p>
          <a:endParaRPr lang="en-US"/>
        </a:p>
      </dgm:t>
    </dgm:pt>
    <dgm:pt modelId="{B13E3FDB-DB0A-47D2-BC9B-9C262E85B994}" type="sibTrans" cxnId="{FDF2CFC6-729A-494B-B39D-C8B58F97D94A}">
      <dgm:prSet/>
      <dgm:spPr/>
      <dgm:t>
        <a:bodyPr/>
        <a:lstStyle/>
        <a:p>
          <a:endParaRPr lang="en-US"/>
        </a:p>
      </dgm:t>
    </dgm:pt>
    <dgm:pt modelId="{17F9D42E-6D27-4676-BE4E-E3BA211B6AAD}">
      <dgm:prSet/>
      <dgm:spPr/>
      <dgm:t>
        <a:bodyPr/>
        <a:lstStyle/>
        <a:p>
          <a:r>
            <a:rPr lang="en-US" b="0" i="0" baseline="0" dirty="0"/>
            <a:t>Generates a clean SELECT query only</a:t>
          </a:r>
          <a:endParaRPr lang="en-US" dirty="0"/>
        </a:p>
      </dgm:t>
    </dgm:pt>
    <dgm:pt modelId="{BEB9C857-6210-4CC5-8148-C44B8F1D103A}" type="parTrans" cxnId="{1181EC43-51A6-4F53-9817-8047C811E754}">
      <dgm:prSet/>
      <dgm:spPr/>
      <dgm:t>
        <a:bodyPr/>
        <a:lstStyle/>
        <a:p>
          <a:endParaRPr lang="en-US"/>
        </a:p>
      </dgm:t>
    </dgm:pt>
    <dgm:pt modelId="{B8F4540F-822F-420F-9BEF-BBBFC99E2DFC}" type="sibTrans" cxnId="{1181EC43-51A6-4F53-9817-8047C811E754}">
      <dgm:prSet/>
      <dgm:spPr/>
      <dgm:t>
        <a:bodyPr/>
        <a:lstStyle/>
        <a:p>
          <a:endParaRPr lang="en-US"/>
        </a:p>
      </dgm:t>
    </dgm:pt>
    <dgm:pt modelId="{543FD01A-9588-428C-BF72-98FFD3307489}">
      <dgm:prSet/>
      <dgm:spPr/>
      <dgm:t>
        <a:bodyPr/>
        <a:lstStyle/>
        <a:p>
          <a:r>
            <a:rPr lang="en-US" b="1" i="0" baseline="0" dirty="0"/>
            <a:t>Supports:</a:t>
          </a:r>
          <a:endParaRPr lang="en-US" b="1" dirty="0"/>
        </a:p>
      </dgm:t>
    </dgm:pt>
    <dgm:pt modelId="{BA7986F3-73B8-4141-8934-E648D6E3BE57}" type="parTrans" cxnId="{A6749FEC-960F-4D3C-8B28-CFCBAC33E875}">
      <dgm:prSet/>
      <dgm:spPr/>
      <dgm:t>
        <a:bodyPr/>
        <a:lstStyle/>
        <a:p>
          <a:endParaRPr lang="en-US"/>
        </a:p>
      </dgm:t>
    </dgm:pt>
    <dgm:pt modelId="{28E47EC7-B52E-4971-ADB5-22F298546A66}" type="sibTrans" cxnId="{A6749FEC-960F-4D3C-8B28-CFCBAC33E875}">
      <dgm:prSet/>
      <dgm:spPr/>
      <dgm:t>
        <a:bodyPr/>
        <a:lstStyle/>
        <a:p>
          <a:endParaRPr lang="en-US"/>
        </a:p>
      </dgm:t>
    </dgm:pt>
    <dgm:pt modelId="{94234061-E510-4462-8B7F-9BB18236CA63}">
      <dgm:prSet/>
      <dgm:spPr/>
      <dgm:t>
        <a:bodyPr/>
        <a:lstStyle/>
        <a:p>
          <a:r>
            <a:rPr lang="en-US" b="0" i="0" baseline="0"/>
            <a:t>SSH failures</a:t>
          </a:r>
          <a:endParaRPr lang="en-US"/>
        </a:p>
      </dgm:t>
    </dgm:pt>
    <dgm:pt modelId="{A146C653-58EF-4E89-BFA0-CE7A075C6375}" type="parTrans" cxnId="{8BFE86CA-6A3D-4C11-88BE-84324F70AE88}">
      <dgm:prSet/>
      <dgm:spPr/>
      <dgm:t>
        <a:bodyPr/>
        <a:lstStyle/>
        <a:p>
          <a:endParaRPr lang="en-US"/>
        </a:p>
      </dgm:t>
    </dgm:pt>
    <dgm:pt modelId="{8890EF78-2B70-423F-BBC8-31CD39F75BDE}" type="sibTrans" cxnId="{8BFE86CA-6A3D-4C11-88BE-84324F70AE88}">
      <dgm:prSet/>
      <dgm:spPr/>
      <dgm:t>
        <a:bodyPr/>
        <a:lstStyle/>
        <a:p>
          <a:endParaRPr lang="en-US"/>
        </a:p>
      </dgm:t>
    </dgm:pt>
    <dgm:pt modelId="{7F094DFE-863B-4483-9BFA-E99FE1644F73}">
      <dgm:prSet/>
      <dgm:spPr/>
      <dgm:t>
        <a:bodyPr/>
        <a:lstStyle/>
        <a:p>
          <a:r>
            <a:rPr lang="en-US" b="0" i="0" baseline="0"/>
            <a:t>Sudo events</a:t>
          </a:r>
          <a:endParaRPr lang="en-US"/>
        </a:p>
      </dgm:t>
    </dgm:pt>
    <dgm:pt modelId="{7D55838E-C549-48A7-991F-479737420AA2}" type="parTrans" cxnId="{E57BA073-1FEE-4FC4-BD3D-654EAF99CBB7}">
      <dgm:prSet/>
      <dgm:spPr/>
      <dgm:t>
        <a:bodyPr/>
        <a:lstStyle/>
        <a:p>
          <a:endParaRPr lang="en-US"/>
        </a:p>
      </dgm:t>
    </dgm:pt>
    <dgm:pt modelId="{126D049F-769B-4063-AD49-EEC9C9ECD256}" type="sibTrans" cxnId="{E57BA073-1FEE-4FC4-BD3D-654EAF99CBB7}">
      <dgm:prSet/>
      <dgm:spPr/>
      <dgm:t>
        <a:bodyPr/>
        <a:lstStyle/>
        <a:p>
          <a:endParaRPr lang="en-US"/>
        </a:p>
      </dgm:t>
    </dgm:pt>
    <dgm:pt modelId="{18F47BDF-B888-4BC0-82BC-61068E7145AF}">
      <dgm:prSet/>
      <dgm:spPr/>
      <dgm:t>
        <a:bodyPr/>
        <a:lstStyle/>
        <a:p>
          <a:r>
            <a:rPr lang="en-US" b="0" i="0" baseline="0"/>
            <a:t>Kernel messages</a:t>
          </a:r>
          <a:endParaRPr lang="en-US"/>
        </a:p>
      </dgm:t>
    </dgm:pt>
    <dgm:pt modelId="{A03ACF8D-5F83-432F-8AC1-CFC95C6F20E5}" type="parTrans" cxnId="{B58E22F5-CBF5-41B5-B651-87941368C527}">
      <dgm:prSet/>
      <dgm:spPr/>
      <dgm:t>
        <a:bodyPr/>
        <a:lstStyle/>
        <a:p>
          <a:endParaRPr lang="en-US"/>
        </a:p>
      </dgm:t>
    </dgm:pt>
    <dgm:pt modelId="{AFEDE257-B5CB-43DE-ABA9-43FC633810C2}" type="sibTrans" cxnId="{B58E22F5-CBF5-41B5-B651-87941368C527}">
      <dgm:prSet/>
      <dgm:spPr/>
      <dgm:t>
        <a:bodyPr/>
        <a:lstStyle/>
        <a:p>
          <a:endParaRPr lang="en-US"/>
        </a:p>
      </dgm:t>
    </dgm:pt>
    <dgm:pt modelId="{1DABA4B5-A7A6-4133-AC6A-A18D99ABF25C}">
      <dgm:prSet/>
      <dgm:spPr/>
      <dgm:t>
        <a:bodyPr/>
        <a:lstStyle/>
        <a:p>
          <a:r>
            <a:rPr lang="en-US" b="0" i="0" baseline="0"/>
            <a:t>Authentication logs</a:t>
          </a:r>
          <a:endParaRPr lang="en-US"/>
        </a:p>
      </dgm:t>
    </dgm:pt>
    <dgm:pt modelId="{0AAF7F35-6B7F-4CE3-B5D5-484A6A7FC65B}" type="parTrans" cxnId="{CA88F73B-09CD-4120-B151-CA04C5344D07}">
      <dgm:prSet/>
      <dgm:spPr/>
      <dgm:t>
        <a:bodyPr/>
        <a:lstStyle/>
        <a:p>
          <a:endParaRPr lang="en-US"/>
        </a:p>
      </dgm:t>
    </dgm:pt>
    <dgm:pt modelId="{FA9C5803-A3EC-43CE-88D3-E708191C8147}" type="sibTrans" cxnId="{CA88F73B-09CD-4120-B151-CA04C5344D07}">
      <dgm:prSet/>
      <dgm:spPr/>
      <dgm:t>
        <a:bodyPr/>
        <a:lstStyle/>
        <a:p>
          <a:endParaRPr lang="en-US"/>
        </a:p>
      </dgm:t>
    </dgm:pt>
    <dgm:pt modelId="{F69100D3-F0DD-4ADE-A9D6-9B1F317742C2}">
      <dgm:prSet/>
      <dgm:spPr/>
      <dgm:t>
        <a:bodyPr/>
        <a:lstStyle/>
        <a:p>
          <a:r>
            <a:rPr lang="en-US" b="0" i="0" baseline="0"/>
            <a:t>Top src_ip</a:t>
          </a:r>
          <a:endParaRPr lang="en-US"/>
        </a:p>
      </dgm:t>
    </dgm:pt>
    <dgm:pt modelId="{88CB3B3B-F6E5-4C91-AC8D-4DBB654F6E0D}" type="parTrans" cxnId="{C2D151AA-96A4-4D31-93A4-9A0B77A2391A}">
      <dgm:prSet/>
      <dgm:spPr/>
      <dgm:t>
        <a:bodyPr/>
        <a:lstStyle/>
        <a:p>
          <a:endParaRPr lang="en-US"/>
        </a:p>
      </dgm:t>
    </dgm:pt>
    <dgm:pt modelId="{A2D5525E-2DEE-4DFF-8597-801C63A30E2D}" type="sibTrans" cxnId="{C2D151AA-96A4-4D31-93A4-9A0B77A2391A}">
      <dgm:prSet/>
      <dgm:spPr/>
      <dgm:t>
        <a:bodyPr/>
        <a:lstStyle/>
        <a:p>
          <a:endParaRPr lang="en-US"/>
        </a:p>
      </dgm:t>
    </dgm:pt>
    <dgm:pt modelId="{E61444D1-BF12-4D8A-8417-2E818EA5C346}">
      <dgm:prSet/>
      <dgm:spPr/>
      <dgm:t>
        <a:bodyPr/>
        <a:lstStyle/>
        <a:p>
          <a:r>
            <a:rPr lang="en-US" b="0" i="0" baseline="0"/>
            <a:t>Chart generation logic</a:t>
          </a:r>
          <a:endParaRPr lang="en-US"/>
        </a:p>
      </dgm:t>
    </dgm:pt>
    <dgm:pt modelId="{A8F377E2-3412-4863-88B0-B185442FCF97}" type="parTrans" cxnId="{275F8D2A-3D25-4C47-AEE8-D3868D59B219}">
      <dgm:prSet/>
      <dgm:spPr/>
      <dgm:t>
        <a:bodyPr/>
        <a:lstStyle/>
        <a:p>
          <a:endParaRPr lang="en-US"/>
        </a:p>
      </dgm:t>
    </dgm:pt>
    <dgm:pt modelId="{0E10BEE2-63FF-4709-820B-2CB2031648A3}" type="sibTrans" cxnId="{275F8D2A-3D25-4C47-AEE8-D3868D59B219}">
      <dgm:prSet/>
      <dgm:spPr/>
      <dgm:t>
        <a:bodyPr/>
        <a:lstStyle/>
        <a:p>
          <a:endParaRPr lang="en-US"/>
        </a:p>
      </dgm:t>
    </dgm:pt>
    <dgm:pt modelId="{89F78336-A0B3-492C-9953-31DD8FD25553}">
      <dgm:prSet/>
      <dgm:spPr/>
      <dgm:t>
        <a:bodyPr/>
        <a:lstStyle/>
        <a:p>
          <a:r>
            <a:rPr lang="en-US" b="0" i="0" baseline="0"/>
            <a:t>Ensures safe, predictable SQL responses.</a:t>
          </a:r>
          <a:endParaRPr lang="en-US"/>
        </a:p>
      </dgm:t>
    </dgm:pt>
    <dgm:pt modelId="{0110976A-43D4-4B1E-A409-6947C9B03EA8}" type="parTrans" cxnId="{76B7DEAA-9303-49B2-B373-B61E69276720}">
      <dgm:prSet/>
      <dgm:spPr/>
      <dgm:t>
        <a:bodyPr/>
        <a:lstStyle/>
        <a:p>
          <a:endParaRPr lang="en-US"/>
        </a:p>
      </dgm:t>
    </dgm:pt>
    <dgm:pt modelId="{B21E36C0-4CCE-4F59-ACA0-078335ADEB64}" type="sibTrans" cxnId="{76B7DEAA-9303-49B2-B373-B61E69276720}">
      <dgm:prSet/>
      <dgm:spPr/>
      <dgm:t>
        <a:bodyPr/>
        <a:lstStyle/>
        <a:p>
          <a:endParaRPr lang="en-US"/>
        </a:p>
      </dgm:t>
    </dgm:pt>
    <dgm:pt modelId="{5D8B83EF-801F-4253-9AC4-A14F914E622E}">
      <dgm:prSet/>
      <dgm:spPr/>
      <dgm:t>
        <a:bodyPr/>
        <a:lstStyle/>
        <a:p>
          <a:r>
            <a:rPr lang="en-US" b="1" i="0" baseline="0" dirty="0"/>
            <a:t>Receives system prompt with:</a:t>
          </a:r>
          <a:endParaRPr lang="en-US" b="1" dirty="0"/>
        </a:p>
      </dgm:t>
    </dgm:pt>
    <dgm:pt modelId="{A67E78AA-C3A5-42A7-84C9-5E2A87C3D3C0}" type="sibTrans" cxnId="{037C3EC0-7A0A-487F-BCE8-DFEE2428405B}">
      <dgm:prSet/>
      <dgm:spPr/>
      <dgm:t>
        <a:bodyPr/>
        <a:lstStyle/>
        <a:p>
          <a:endParaRPr lang="en-US"/>
        </a:p>
      </dgm:t>
    </dgm:pt>
    <dgm:pt modelId="{3F997244-07FF-48AF-B486-684D07CFC05F}" type="parTrans" cxnId="{037C3EC0-7A0A-487F-BCE8-DFEE2428405B}">
      <dgm:prSet/>
      <dgm:spPr/>
      <dgm:t>
        <a:bodyPr/>
        <a:lstStyle/>
        <a:p>
          <a:endParaRPr lang="en-US"/>
        </a:p>
      </dgm:t>
    </dgm:pt>
    <dgm:pt modelId="{D211B155-AF81-426D-B15F-630E1F98091F}" type="pres">
      <dgm:prSet presAssocID="{CAD01C25-3320-47ED-851F-C09639BC74F3}" presName="vert0" presStyleCnt="0">
        <dgm:presLayoutVars>
          <dgm:dir/>
          <dgm:animOne val="branch"/>
          <dgm:animLvl val="lvl"/>
        </dgm:presLayoutVars>
      </dgm:prSet>
      <dgm:spPr/>
    </dgm:pt>
    <dgm:pt modelId="{4E289428-4D90-4000-A9AC-C2297BA31191}" type="pres">
      <dgm:prSet presAssocID="{3A9AE777-D413-4C11-883D-EDC7C76DEADF}" presName="thickLine" presStyleLbl="alignNode1" presStyleIdx="0" presStyleCnt="15"/>
      <dgm:spPr/>
    </dgm:pt>
    <dgm:pt modelId="{42C9CC35-5BDF-4687-B85E-C6B53ACCA580}" type="pres">
      <dgm:prSet presAssocID="{3A9AE777-D413-4C11-883D-EDC7C76DEADF}" presName="horz1" presStyleCnt="0"/>
      <dgm:spPr/>
    </dgm:pt>
    <dgm:pt modelId="{9060569C-B547-48B4-B76D-56E3001A66F7}" type="pres">
      <dgm:prSet presAssocID="{3A9AE777-D413-4C11-883D-EDC7C76DEADF}" presName="tx1" presStyleLbl="revTx" presStyleIdx="0" presStyleCnt="15"/>
      <dgm:spPr/>
    </dgm:pt>
    <dgm:pt modelId="{EFFBDC77-43FF-445B-99E3-44C166CC42EE}" type="pres">
      <dgm:prSet presAssocID="{3A9AE777-D413-4C11-883D-EDC7C76DEADF}" presName="vert1" presStyleCnt="0"/>
      <dgm:spPr/>
    </dgm:pt>
    <dgm:pt modelId="{F32AC1DD-46D3-4ADE-BD77-E0249FECD975}" type="pres">
      <dgm:prSet presAssocID="{5D8B83EF-801F-4253-9AC4-A14F914E622E}" presName="thickLine" presStyleLbl="alignNode1" presStyleIdx="1" presStyleCnt="15"/>
      <dgm:spPr/>
    </dgm:pt>
    <dgm:pt modelId="{AD1D2E73-A656-4D3C-97C1-309C952A4849}" type="pres">
      <dgm:prSet presAssocID="{5D8B83EF-801F-4253-9AC4-A14F914E622E}" presName="horz1" presStyleCnt="0"/>
      <dgm:spPr/>
    </dgm:pt>
    <dgm:pt modelId="{F66583DD-9298-4DE7-A749-4FCC9F24B2D9}" type="pres">
      <dgm:prSet presAssocID="{5D8B83EF-801F-4253-9AC4-A14F914E622E}" presName="tx1" presStyleLbl="revTx" presStyleIdx="1" presStyleCnt="15"/>
      <dgm:spPr/>
    </dgm:pt>
    <dgm:pt modelId="{A89A4F31-2693-4873-97F7-1CB7A73171FC}" type="pres">
      <dgm:prSet presAssocID="{5D8B83EF-801F-4253-9AC4-A14F914E622E}" presName="vert1" presStyleCnt="0"/>
      <dgm:spPr/>
    </dgm:pt>
    <dgm:pt modelId="{BCDD93E9-B99D-4709-B721-7996526D63BA}" type="pres">
      <dgm:prSet presAssocID="{DAB47181-51B7-452E-A134-07B7BC7793E8}" presName="thickLine" presStyleLbl="alignNode1" presStyleIdx="2" presStyleCnt="15"/>
      <dgm:spPr/>
    </dgm:pt>
    <dgm:pt modelId="{D40024DF-64C5-47BD-8888-1ECECDEF2DF1}" type="pres">
      <dgm:prSet presAssocID="{DAB47181-51B7-452E-A134-07B7BC7793E8}" presName="horz1" presStyleCnt="0"/>
      <dgm:spPr/>
    </dgm:pt>
    <dgm:pt modelId="{D1202CE8-E435-4CD1-9DC0-9FD70A052BB2}" type="pres">
      <dgm:prSet presAssocID="{DAB47181-51B7-452E-A134-07B7BC7793E8}" presName="tx1" presStyleLbl="revTx" presStyleIdx="2" presStyleCnt="15"/>
      <dgm:spPr/>
    </dgm:pt>
    <dgm:pt modelId="{76E418DA-6FDE-44DD-AEDD-9C97BDDDF30A}" type="pres">
      <dgm:prSet presAssocID="{DAB47181-51B7-452E-A134-07B7BC7793E8}" presName="vert1" presStyleCnt="0"/>
      <dgm:spPr/>
    </dgm:pt>
    <dgm:pt modelId="{36DA7F73-13CF-4749-9BE2-1CF2A1A4D56B}" type="pres">
      <dgm:prSet presAssocID="{801E9B18-700A-4087-91EA-EB217E535BEC}" presName="thickLine" presStyleLbl="alignNode1" presStyleIdx="3" presStyleCnt="15"/>
      <dgm:spPr/>
    </dgm:pt>
    <dgm:pt modelId="{1D1D48D2-DF80-43FE-AA7F-9FF6E6200E37}" type="pres">
      <dgm:prSet presAssocID="{801E9B18-700A-4087-91EA-EB217E535BEC}" presName="horz1" presStyleCnt="0"/>
      <dgm:spPr/>
    </dgm:pt>
    <dgm:pt modelId="{316053E5-8398-47AF-A35F-FA5FAA5B4194}" type="pres">
      <dgm:prSet presAssocID="{801E9B18-700A-4087-91EA-EB217E535BEC}" presName="tx1" presStyleLbl="revTx" presStyleIdx="3" presStyleCnt="15"/>
      <dgm:spPr/>
    </dgm:pt>
    <dgm:pt modelId="{C9AA7CE7-36CE-4C25-93CF-42F66EB52D5B}" type="pres">
      <dgm:prSet presAssocID="{801E9B18-700A-4087-91EA-EB217E535BEC}" presName="vert1" presStyleCnt="0"/>
      <dgm:spPr/>
    </dgm:pt>
    <dgm:pt modelId="{3FAA33CE-8356-49AC-B31A-736AE481D9FF}" type="pres">
      <dgm:prSet presAssocID="{8A5DF4DC-5B6B-4647-ABC4-9AAC7D6CC3AC}" presName="thickLine" presStyleLbl="alignNode1" presStyleIdx="4" presStyleCnt="15"/>
      <dgm:spPr/>
    </dgm:pt>
    <dgm:pt modelId="{7FDA2002-06D8-4B02-A5FA-80B97093DB23}" type="pres">
      <dgm:prSet presAssocID="{8A5DF4DC-5B6B-4647-ABC4-9AAC7D6CC3AC}" presName="horz1" presStyleCnt="0"/>
      <dgm:spPr/>
    </dgm:pt>
    <dgm:pt modelId="{B0BEADF8-2324-4531-9578-BC7C0138ABF5}" type="pres">
      <dgm:prSet presAssocID="{8A5DF4DC-5B6B-4647-ABC4-9AAC7D6CC3AC}" presName="tx1" presStyleLbl="revTx" presStyleIdx="4" presStyleCnt="15"/>
      <dgm:spPr/>
    </dgm:pt>
    <dgm:pt modelId="{E8E18809-36EA-47C7-855B-F0588B1C0329}" type="pres">
      <dgm:prSet presAssocID="{8A5DF4DC-5B6B-4647-ABC4-9AAC7D6CC3AC}" presName="vert1" presStyleCnt="0"/>
      <dgm:spPr/>
    </dgm:pt>
    <dgm:pt modelId="{74E01045-71F7-48E5-8667-2D9F5360B806}" type="pres">
      <dgm:prSet presAssocID="{F222F221-63A5-4069-9E2C-219A94D76E51}" presName="thickLine" presStyleLbl="alignNode1" presStyleIdx="5" presStyleCnt="15"/>
      <dgm:spPr/>
    </dgm:pt>
    <dgm:pt modelId="{FC3B7AB6-EF1A-4AFC-85BB-9059A747196A}" type="pres">
      <dgm:prSet presAssocID="{F222F221-63A5-4069-9E2C-219A94D76E51}" presName="horz1" presStyleCnt="0"/>
      <dgm:spPr/>
    </dgm:pt>
    <dgm:pt modelId="{BCD39AB2-2363-45E0-A10D-D90E189BB69F}" type="pres">
      <dgm:prSet presAssocID="{F222F221-63A5-4069-9E2C-219A94D76E51}" presName="tx1" presStyleLbl="revTx" presStyleIdx="5" presStyleCnt="15"/>
      <dgm:spPr/>
    </dgm:pt>
    <dgm:pt modelId="{D3BB7106-B0C2-4912-AAB6-1811C09415C2}" type="pres">
      <dgm:prSet presAssocID="{F222F221-63A5-4069-9E2C-219A94D76E51}" presName="vert1" presStyleCnt="0"/>
      <dgm:spPr/>
    </dgm:pt>
    <dgm:pt modelId="{95CFEDCB-1ADB-45EB-A7AE-F6ED3FFE9F46}" type="pres">
      <dgm:prSet presAssocID="{17F9D42E-6D27-4676-BE4E-E3BA211B6AAD}" presName="thickLine" presStyleLbl="alignNode1" presStyleIdx="6" presStyleCnt="15"/>
      <dgm:spPr/>
    </dgm:pt>
    <dgm:pt modelId="{952F4D55-EA50-4D22-8511-0EF4FCD9501B}" type="pres">
      <dgm:prSet presAssocID="{17F9D42E-6D27-4676-BE4E-E3BA211B6AAD}" presName="horz1" presStyleCnt="0"/>
      <dgm:spPr/>
    </dgm:pt>
    <dgm:pt modelId="{1DE3EA99-761A-4293-B282-9E0B87E4CBE9}" type="pres">
      <dgm:prSet presAssocID="{17F9D42E-6D27-4676-BE4E-E3BA211B6AAD}" presName="tx1" presStyleLbl="revTx" presStyleIdx="6" presStyleCnt="15"/>
      <dgm:spPr/>
    </dgm:pt>
    <dgm:pt modelId="{806DA4D4-7A91-4D5C-AB45-F556BFE92DB8}" type="pres">
      <dgm:prSet presAssocID="{17F9D42E-6D27-4676-BE4E-E3BA211B6AAD}" presName="vert1" presStyleCnt="0"/>
      <dgm:spPr/>
    </dgm:pt>
    <dgm:pt modelId="{70C5A768-488D-476F-81E5-C56F6E1E51DF}" type="pres">
      <dgm:prSet presAssocID="{543FD01A-9588-428C-BF72-98FFD3307489}" presName="thickLine" presStyleLbl="alignNode1" presStyleIdx="7" presStyleCnt="15"/>
      <dgm:spPr/>
    </dgm:pt>
    <dgm:pt modelId="{0B28C849-F264-40CD-8B4E-35A2ACD30E64}" type="pres">
      <dgm:prSet presAssocID="{543FD01A-9588-428C-BF72-98FFD3307489}" presName="horz1" presStyleCnt="0"/>
      <dgm:spPr/>
    </dgm:pt>
    <dgm:pt modelId="{E6595F5E-DB31-440A-9985-6AE05EC1A3E5}" type="pres">
      <dgm:prSet presAssocID="{543FD01A-9588-428C-BF72-98FFD3307489}" presName="tx1" presStyleLbl="revTx" presStyleIdx="7" presStyleCnt="15"/>
      <dgm:spPr/>
    </dgm:pt>
    <dgm:pt modelId="{A9F60D08-2572-4321-8072-9B2DC8FA8DB7}" type="pres">
      <dgm:prSet presAssocID="{543FD01A-9588-428C-BF72-98FFD3307489}" presName="vert1" presStyleCnt="0"/>
      <dgm:spPr/>
    </dgm:pt>
    <dgm:pt modelId="{A0CA6D38-86F7-41F6-B1FA-FB1759F4EEAB}" type="pres">
      <dgm:prSet presAssocID="{94234061-E510-4462-8B7F-9BB18236CA63}" presName="thickLine" presStyleLbl="alignNode1" presStyleIdx="8" presStyleCnt="15"/>
      <dgm:spPr/>
    </dgm:pt>
    <dgm:pt modelId="{6E88978C-6094-4500-AF43-00823F9B9DDF}" type="pres">
      <dgm:prSet presAssocID="{94234061-E510-4462-8B7F-9BB18236CA63}" presName="horz1" presStyleCnt="0"/>
      <dgm:spPr/>
    </dgm:pt>
    <dgm:pt modelId="{0734FA9F-FAA0-4F68-8C4D-218ED3D7DA66}" type="pres">
      <dgm:prSet presAssocID="{94234061-E510-4462-8B7F-9BB18236CA63}" presName="tx1" presStyleLbl="revTx" presStyleIdx="8" presStyleCnt="15"/>
      <dgm:spPr/>
    </dgm:pt>
    <dgm:pt modelId="{7AFCA6E2-10EE-418C-99B0-BBC358CF5D02}" type="pres">
      <dgm:prSet presAssocID="{94234061-E510-4462-8B7F-9BB18236CA63}" presName="vert1" presStyleCnt="0"/>
      <dgm:spPr/>
    </dgm:pt>
    <dgm:pt modelId="{F450D66A-B19A-4F55-8290-CB83C534A4F5}" type="pres">
      <dgm:prSet presAssocID="{7F094DFE-863B-4483-9BFA-E99FE1644F73}" presName="thickLine" presStyleLbl="alignNode1" presStyleIdx="9" presStyleCnt="15"/>
      <dgm:spPr/>
    </dgm:pt>
    <dgm:pt modelId="{FEF7F231-D151-4BE0-9F79-8F9F4FEEE2EF}" type="pres">
      <dgm:prSet presAssocID="{7F094DFE-863B-4483-9BFA-E99FE1644F73}" presName="horz1" presStyleCnt="0"/>
      <dgm:spPr/>
    </dgm:pt>
    <dgm:pt modelId="{06730632-9652-45BE-8D9C-0D8F46EBA1A9}" type="pres">
      <dgm:prSet presAssocID="{7F094DFE-863B-4483-9BFA-E99FE1644F73}" presName="tx1" presStyleLbl="revTx" presStyleIdx="9" presStyleCnt="15"/>
      <dgm:spPr/>
    </dgm:pt>
    <dgm:pt modelId="{D7399CF6-3C7E-4E18-A704-1577B68DD4A2}" type="pres">
      <dgm:prSet presAssocID="{7F094DFE-863B-4483-9BFA-E99FE1644F73}" presName="vert1" presStyleCnt="0"/>
      <dgm:spPr/>
    </dgm:pt>
    <dgm:pt modelId="{FB081A97-40A6-4576-971C-43C86C63BA87}" type="pres">
      <dgm:prSet presAssocID="{18F47BDF-B888-4BC0-82BC-61068E7145AF}" presName="thickLine" presStyleLbl="alignNode1" presStyleIdx="10" presStyleCnt="15"/>
      <dgm:spPr/>
    </dgm:pt>
    <dgm:pt modelId="{46147758-9847-47CF-AF98-988D3CB93307}" type="pres">
      <dgm:prSet presAssocID="{18F47BDF-B888-4BC0-82BC-61068E7145AF}" presName="horz1" presStyleCnt="0"/>
      <dgm:spPr/>
    </dgm:pt>
    <dgm:pt modelId="{C492D3AE-29EA-4974-ABE6-22E1831ED8CB}" type="pres">
      <dgm:prSet presAssocID="{18F47BDF-B888-4BC0-82BC-61068E7145AF}" presName="tx1" presStyleLbl="revTx" presStyleIdx="10" presStyleCnt="15"/>
      <dgm:spPr/>
    </dgm:pt>
    <dgm:pt modelId="{1183DF15-3C8A-4B53-82AB-B9BB2351A25A}" type="pres">
      <dgm:prSet presAssocID="{18F47BDF-B888-4BC0-82BC-61068E7145AF}" presName="vert1" presStyleCnt="0"/>
      <dgm:spPr/>
    </dgm:pt>
    <dgm:pt modelId="{9B022893-7D8B-4E19-B48D-A3E9D8C55835}" type="pres">
      <dgm:prSet presAssocID="{1DABA4B5-A7A6-4133-AC6A-A18D99ABF25C}" presName="thickLine" presStyleLbl="alignNode1" presStyleIdx="11" presStyleCnt="15"/>
      <dgm:spPr/>
    </dgm:pt>
    <dgm:pt modelId="{2265B1EE-25BE-4083-AB2D-CC8E7C19A3B9}" type="pres">
      <dgm:prSet presAssocID="{1DABA4B5-A7A6-4133-AC6A-A18D99ABF25C}" presName="horz1" presStyleCnt="0"/>
      <dgm:spPr/>
    </dgm:pt>
    <dgm:pt modelId="{1DF3DDE2-D49C-47E5-B909-A2625225B0DD}" type="pres">
      <dgm:prSet presAssocID="{1DABA4B5-A7A6-4133-AC6A-A18D99ABF25C}" presName="tx1" presStyleLbl="revTx" presStyleIdx="11" presStyleCnt="15"/>
      <dgm:spPr/>
    </dgm:pt>
    <dgm:pt modelId="{292D569F-AA35-40C1-A25E-474A75CC1D12}" type="pres">
      <dgm:prSet presAssocID="{1DABA4B5-A7A6-4133-AC6A-A18D99ABF25C}" presName="vert1" presStyleCnt="0"/>
      <dgm:spPr/>
    </dgm:pt>
    <dgm:pt modelId="{96D4BDF7-FECD-404B-8EC5-859A1A20F557}" type="pres">
      <dgm:prSet presAssocID="{F69100D3-F0DD-4ADE-A9D6-9B1F317742C2}" presName="thickLine" presStyleLbl="alignNode1" presStyleIdx="12" presStyleCnt="15"/>
      <dgm:spPr/>
    </dgm:pt>
    <dgm:pt modelId="{A5FDDE20-95AE-4B27-82CB-580D2704F28D}" type="pres">
      <dgm:prSet presAssocID="{F69100D3-F0DD-4ADE-A9D6-9B1F317742C2}" presName="horz1" presStyleCnt="0"/>
      <dgm:spPr/>
    </dgm:pt>
    <dgm:pt modelId="{821FDAD9-5A5D-4770-9988-4402926D4A31}" type="pres">
      <dgm:prSet presAssocID="{F69100D3-F0DD-4ADE-A9D6-9B1F317742C2}" presName="tx1" presStyleLbl="revTx" presStyleIdx="12" presStyleCnt="15"/>
      <dgm:spPr/>
    </dgm:pt>
    <dgm:pt modelId="{426E3327-C066-446E-898F-5B5C4411789F}" type="pres">
      <dgm:prSet presAssocID="{F69100D3-F0DD-4ADE-A9D6-9B1F317742C2}" presName="vert1" presStyleCnt="0"/>
      <dgm:spPr/>
    </dgm:pt>
    <dgm:pt modelId="{ED0749EA-87EB-4FB8-9CF0-EAB7D5D2CC13}" type="pres">
      <dgm:prSet presAssocID="{E61444D1-BF12-4D8A-8417-2E818EA5C346}" presName="thickLine" presStyleLbl="alignNode1" presStyleIdx="13" presStyleCnt="15"/>
      <dgm:spPr/>
    </dgm:pt>
    <dgm:pt modelId="{06168177-30B3-405E-B4E3-59B1ED82758F}" type="pres">
      <dgm:prSet presAssocID="{E61444D1-BF12-4D8A-8417-2E818EA5C346}" presName="horz1" presStyleCnt="0"/>
      <dgm:spPr/>
    </dgm:pt>
    <dgm:pt modelId="{A0BBD0FD-631D-4664-AED1-4EE0CBF53157}" type="pres">
      <dgm:prSet presAssocID="{E61444D1-BF12-4D8A-8417-2E818EA5C346}" presName="tx1" presStyleLbl="revTx" presStyleIdx="13" presStyleCnt="15"/>
      <dgm:spPr/>
    </dgm:pt>
    <dgm:pt modelId="{29B79F8F-4886-4831-8973-D3EAEBF88304}" type="pres">
      <dgm:prSet presAssocID="{E61444D1-BF12-4D8A-8417-2E818EA5C346}" presName="vert1" presStyleCnt="0"/>
      <dgm:spPr/>
    </dgm:pt>
    <dgm:pt modelId="{F01DEF2D-A90F-43BD-9838-48C3ECEC30E8}" type="pres">
      <dgm:prSet presAssocID="{89F78336-A0B3-492C-9953-31DD8FD25553}" presName="thickLine" presStyleLbl="alignNode1" presStyleIdx="14" presStyleCnt="15"/>
      <dgm:spPr/>
    </dgm:pt>
    <dgm:pt modelId="{B2B09648-5C07-40EB-9292-D17DE2B52092}" type="pres">
      <dgm:prSet presAssocID="{89F78336-A0B3-492C-9953-31DD8FD25553}" presName="horz1" presStyleCnt="0"/>
      <dgm:spPr/>
    </dgm:pt>
    <dgm:pt modelId="{996C2A2E-7A99-45FF-A429-4D4D9EDAF3B1}" type="pres">
      <dgm:prSet presAssocID="{89F78336-A0B3-492C-9953-31DD8FD25553}" presName="tx1" presStyleLbl="revTx" presStyleIdx="14" presStyleCnt="15"/>
      <dgm:spPr/>
    </dgm:pt>
    <dgm:pt modelId="{11AE406F-C346-476F-A945-6B0503E3E0E0}" type="pres">
      <dgm:prSet presAssocID="{89F78336-A0B3-492C-9953-31DD8FD25553}" presName="vert1" presStyleCnt="0"/>
      <dgm:spPr/>
    </dgm:pt>
  </dgm:ptLst>
  <dgm:cxnLst>
    <dgm:cxn modelId="{82AAB402-CBCE-42A5-BFFD-32A5E2944D01}" type="presOf" srcId="{89F78336-A0B3-492C-9953-31DD8FD25553}" destId="{996C2A2E-7A99-45FF-A429-4D4D9EDAF3B1}" srcOrd="0" destOrd="0" presId="urn:microsoft.com/office/officeart/2008/layout/LinedList"/>
    <dgm:cxn modelId="{044FCD12-4FB4-4C0C-8685-ED50AF76C97C}" type="presOf" srcId="{543FD01A-9588-428C-BF72-98FFD3307489}" destId="{E6595F5E-DB31-440A-9985-6AE05EC1A3E5}" srcOrd="0" destOrd="0" presId="urn:microsoft.com/office/officeart/2008/layout/LinedList"/>
    <dgm:cxn modelId="{17592A2A-29A5-4D4B-8750-CEE2C6E965CF}" type="presOf" srcId="{17F9D42E-6D27-4676-BE4E-E3BA211B6AAD}" destId="{1DE3EA99-761A-4293-B282-9E0B87E4CBE9}" srcOrd="0" destOrd="0" presId="urn:microsoft.com/office/officeart/2008/layout/LinedList"/>
    <dgm:cxn modelId="{275F8D2A-3D25-4C47-AEE8-D3868D59B219}" srcId="{CAD01C25-3320-47ED-851F-C09639BC74F3}" destId="{E61444D1-BF12-4D8A-8417-2E818EA5C346}" srcOrd="13" destOrd="0" parTransId="{A8F377E2-3412-4863-88B0-B185442FCF97}" sibTransId="{0E10BEE2-63FF-4709-820B-2CB2031648A3}"/>
    <dgm:cxn modelId="{AFBA3E2F-3732-43AA-B30A-B2892D7F1945}" type="presOf" srcId="{94234061-E510-4462-8B7F-9BB18236CA63}" destId="{0734FA9F-FAA0-4F68-8C4D-218ED3D7DA66}" srcOrd="0" destOrd="0" presId="urn:microsoft.com/office/officeart/2008/layout/LinedList"/>
    <dgm:cxn modelId="{4393C537-0A7F-4004-BB75-958A7D9243E3}" srcId="{CAD01C25-3320-47ED-851F-C09639BC74F3}" destId="{8A5DF4DC-5B6B-4647-ABC4-9AAC7D6CC3AC}" srcOrd="4" destOrd="0" parTransId="{B054A5B3-47E7-4BE6-A564-90791981DD19}" sibTransId="{6E103F2B-0FF3-4BBA-AA0A-8BF85B5B1EF2}"/>
    <dgm:cxn modelId="{CA88F73B-09CD-4120-B151-CA04C5344D07}" srcId="{CAD01C25-3320-47ED-851F-C09639BC74F3}" destId="{1DABA4B5-A7A6-4133-AC6A-A18D99ABF25C}" srcOrd="11" destOrd="0" parTransId="{0AAF7F35-6B7F-4CE3-B5D5-484A6A7FC65B}" sibTransId="{FA9C5803-A3EC-43CE-88D3-E708191C8147}"/>
    <dgm:cxn modelId="{006AF03E-9438-4D24-935A-B3D35B9DEB4C}" type="presOf" srcId="{18F47BDF-B888-4BC0-82BC-61068E7145AF}" destId="{C492D3AE-29EA-4974-ABE6-22E1831ED8CB}" srcOrd="0" destOrd="0" presId="urn:microsoft.com/office/officeart/2008/layout/LinedList"/>
    <dgm:cxn modelId="{45B5D85C-B11B-4EEC-83A8-60171B6660A6}" type="presOf" srcId="{CAD01C25-3320-47ED-851F-C09639BC74F3}" destId="{D211B155-AF81-426D-B15F-630E1F98091F}" srcOrd="0" destOrd="0" presId="urn:microsoft.com/office/officeart/2008/layout/LinedList"/>
    <dgm:cxn modelId="{04840F5D-A489-473F-996D-BB0840D5D35D}" type="presOf" srcId="{DAB47181-51B7-452E-A134-07B7BC7793E8}" destId="{D1202CE8-E435-4CD1-9DC0-9FD70A052BB2}" srcOrd="0" destOrd="0" presId="urn:microsoft.com/office/officeart/2008/layout/LinedList"/>
    <dgm:cxn modelId="{30D20041-B923-4652-AB3B-C5BFA3926E96}" type="presOf" srcId="{1DABA4B5-A7A6-4133-AC6A-A18D99ABF25C}" destId="{1DF3DDE2-D49C-47E5-B909-A2625225B0DD}" srcOrd="0" destOrd="0" presId="urn:microsoft.com/office/officeart/2008/layout/LinedList"/>
    <dgm:cxn modelId="{CCFEBB61-E84B-4295-BFF0-6D5209B17F20}" type="presOf" srcId="{3A9AE777-D413-4C11-883D-EDC7C76DEADF}" destId="{9060569C-B547-48B4-B76D-56E3001A66F7}" srcOrd="0" destOrd="0" presId="urn:microsoft.com/office/officeart/2008/layout/LinedList"/>
    <dgm:cxn modelId="{1181EC43-51A6-4F53-9817-8047C811E754}" srcId="{CAD01C25-3320-47ED-851F-C09639BC74F3}" destId="{17F9D42E-6D27-4676-BE4E-E3BA211B6AAD}" srcOrd="6" destOrd="0" parTransId="{BEB9C857-6210-4CC5-8148-C44B8F1D103A}" sibTransId="{B8F4540F-822F-420F-9BEF-BBBFC99E2DFC}"/>
    <dgm:cxn modelId="{7885D148-EAB2-4938-AFF3-38C9DFB367B5}" type="presOf" srcId="{5D8B83EF-801F-4253-9AC4-A14F914E622E}" destId="{F66583DD-9298-4DE7-A749-4FCC9F24B2D9}" srcOrd="0" destOrd="0" presId="urn:microsoft.com/office/officeart/2008/layout/LinedList"/>
    <dgm:cxn modelId="{E57BA073-1FEE-4FC4-BD3D-654EAF99CBB7}" srcId="{CAD01C25-3320-47ED-851F-C09639BC74F3}" destId="{7F094DFE-863B-4483-9BFA-E99FE1644F73}" srcOrd="9" destOrd="0" parTransId="{7D55838E-C549-48A7-991F-479737420AA2}" sibTransId="{126D049F-769B-4063-AD49-EEC9C9ECD256}"/>
    <dgm:cxn modelId="{667E308B-8231-48FD-ADBD-1668F1403983}" type="presOf" srcId="{E61444D1-BF12-4D8A-8417-2E818EA5C346}" destId="{A0BBD0FD-631D-4664-AED1-4EE0CBF53157}" srcOrd="0" destOrd="0" presId="urn:microsoft.com/office/officeart/2008/layout/LinedList"/>
    <dgm:cxn modelId="{08134E8E-AA6D-4091-8168-DBC752A5F667}" srcId="{CAD01C25-3320-47ED-851F-C09639BC74F3}" destId="{DAB47181-51B7-452E-A134-07B7BC7793E8}" srcOrd="2" destOrd="0" parTransId="{E886E025-7E4E-4743-A88C-F70C55FB717E}" sibTransId="{1660B07A-C87B-46F3-9754-A8010EE0FD4B}"/>
    <dgm:cxn modelId="{8C994799-6E33-4973-A145-5070E77E0036}" type="presOf" srcId="{F222F221-63A5-4069-9E2C-219A94D76E51}" destId="{BCD39AB2-2363-45E0-A10D-D90E189BB69F}" srcOrd="0" destOrd="0" presId="urn:microsoft.com/office/officeart/2008/layout/LinedList"/>
    <dgm:cxn modelId="{7D78E09C-322F-4D83-976D-BA7515A866FA}" type="presOf" srcId="{8A5DF4DC-5B6B-4647-ABC4-9AAC7D6CC3AC}" destId="{B0BEADF8-2324-4531-9578-BC7C0138ABF5}" srcOrd="0" destOrd="0" presId="urn:microsoft.com/office/officeart/2008/layout/LinedList"/>
    <dgm:cxn modelId="{F6407DA8-F234-46D2-BCC7-CB874412CBA7}" type="presOf" srcId="{F69100D3-F0DD-4ADE-A9D6-9B1F317742C2}" destId="{821FDAD9-5A5D-4770-9988-4402926D4A31}" srcOrd="0" destOrd="0" presId="urn:microsoft.com/office/officeart/2008/layout/LinedList"/>
    <dgm:cxn modelId="{5FFFEFA8-0CE3-40DC-89F0-CAC3C172FD6F}" srcId="{CAD01C25-3320-47ED-851F-C09639BC74F3}" destId="{801E9B18-700A-4087-91EA-EB217E535BEC}" srcOrd="3" destOrd="0" parTransId="{8B24AAAD-1939-456E-8ECF-3691942170E4}" sibTransId="{527E4BC1-272C-4922-A2A5-B7565365762D}"/>
    <dgm:cxn modelId="{C2D151AA-96A4-4D31-93A4-9A0B77A2391A}" srcId="{CAD01C25-3320-47ED-851F-C09639BC74F3}" destId="{F69100D3-F0DD-4ADE-A9D6-9B1F317742C2}" srcOrd="12" destOrd="0" parTransId="{88CB3B3B-F6E5-4C91-AC8D-4DBB654F6E0D}" sibTransId="{A2D5525E-2DEE-4DFF-8597-801C63A30E2D}"/>
    <dgm:cxn modelId="{76B7DEAA-9303-49B2-B373-B61E69276720}" srcId="{CAD01C25-3320-47ED-851F-C09639BC74F3}" destId="{89F78336-A0B3-492C-9953-31DD8FD25553}" srcOrd="14" destOrd="0" parTransId="{0110976A-43D4-4B1E-A409-6947C9B03EA8}" sibTransId="{B21E36C0-4CCE-4F59-ACA0-078335ADEB64}"/>
    <dgm:cxn modelId="{B3BBC4AD-6D8A-4F4D-B9E3-69A318D0751F}" type="presOf" srcId="{801E9B18-700A-4087-91EA-EB217E535BEC}" destId="{316053E5-8398-47AF-A35F-FA5FAA5B4194}" srcOrd="0" destOrd="0" presId="urn:microsoft.com/office/officeart/2008/layout/LinedList"/>
    <dgm:cxn modelId="{53DD60B2-3939-4EE7-8E6B-3C5F8671F5AB}" type="presOf" srcId="{7F094DFE-863B-4483-9BFA-E99FE1644F73}" destId="{06730632-9652-45BE-8D9C-0D8F46EBA1A9}" srcOrd="0" destOrd="0" presId="urn:microsoft.com/office/officeart/2008/layout/LinedList"/>
    <dgm:cxn modelId="{037C3EC0-7A0A-487F-BCE8-DFEE2428405B}" srcId="{CAD01C25-3320-47ED-851F-C09639BC74F3}" destId="{5D8B83EF-801F-4253-9AC4-A14F914E622E}" srcOrd="1" destOrd="0" parTransId="{3F997244-07FF-48AF-B486-684D07CFC05F}" sibTransId="{A67E78AA-C3A5-42A7-84C9-5E2A87C3D3C0}"/>
    <dgm:cxn modelId="{FDF2CFC6-729A-494B-B39D-C8B58F97D94A}" srcId="{CAD01C25-3320-47ED-851F-C09639BC74F3}" destId="{F222F221-63A5-4069-9E2C-219A94D76E51}" srcOrd="5" destOrd="0" parTransId="{297BE4F5-FD78-4EB2-AE7E-7ECE9BAE6DFA}" sibTransId="{B13E3FDB-DB0A-47D2-BC9B-9C262E85B994}"/>
    <dgm:cxn modelId="{BFAB32C8-AF61-461A-B158-2FC08303DE9C}" srcId="{CAD01C25-3320-47ED-851F-C09639BC74F3}" destId="{3A9AE777-D413-4C11-883D-EDC7C76DEADF}" srcOrd="0" destOrd="0" parTransId="{DD108880-59E2-42AA-AC37-A76D47A86996}" sibTransId="{217E6ECA-CDF9-43CA-8BE6-7001DE1C0F8D}"/>
    <dgm:cxn modelId="{8BFE86CA-6A3D-4C11-88BE-84324F70AE88}" srcId="{CAD01C25-3320-47ED-851F-C09639BC74F3}" destId="{94234061-E510-4462-8B7F-9BB18236CA63}" srcOrd="8" destOrd="0" parTransId="{A146C653-58EF-4E89-BFA0-CE7A075C6375}" sibTransId="{8890EF78-2B70-423F-BBC8-31CD39F75BDE}"/>
    <dgm:cxn modelId="{A6749FEC-960F-4D3C-8B28-CFCBAC33E875}" srcId="{CAD01C25-3320-47ED-851F-C09639BC74F3}" destId="{543FD01A-9588-428C-BF72-98FFD3307489}" srcOrd="7" destOrd="0" parTransId="{BA7986F3-73B8-4141-8934-E648D6E3BE57}" sibTransId="{28E47EC7-B52E-4971-ADB5-22F298546A66}"/>
    <dgm:cxn modelId="{B58E22F5-CBF5-41B5-B651-87941368C527}" srcId="{CAD01C25-3320-47ED-851F-C09639BC74F3}" destId="{18F47BDF-B888-4BC0-82BC-61068E7145AF}" srcOrd="10" destOrd="0" parTransId="{A03ACF8D-5F83-432F-8AC1-CFC95C6F20E5}" sibTransId="{AFEDE257-B5CB-43DE-ABA9-43FC633810C2}"/>
    <dgm:cxn modelId="{FBC940AB-BAB7-4B00-B22C-0FFBCE5544AA}" type="presParOf" srcId="{D211B155-AF81-426D-B15F-630E1F98091F}" destId="{4E289428-4D90-4000-A9AC-C2297BA31191}" srcOrd="0" destOrd="0" presId="urn:microsoft.com/office/officeart/2008/layout/LinedList"/>
    <dgm:cxn modelId="{EBC53BA5-0CE9-40E3-9B70-026124A1D1FC}" type="presParOf" srcId="{D211B155-AF81-426D-B15F-630E1F98091F}" destId="{42C9CC35-5BDF-4687-B85E-C6B53ACCA580}" srcOrd="1" destOrd="0" presId="urn:microsoft.com/office/officeart/2008/layout/LinedList"/>
    <dgm:cxn modelId="{3B574297-E516-4B2E-AD4B-98FF5B6BD99C}" type="presParOf" srcId="{42C9CC35-5BDF-4687-B85E-C6B53ACCA580}" destId="{9060569C-B547-48B4-B76D-56E3001A66F7}" srcOrd="0" destOrd="0" presId="urn:microsoft.com/office/officeart/2008/layout/LinedList"/>
    <dgm:cxn modelId="{02E0C253-010F-4D96-A864-223E16713F04}" type="presParOf" srcId="{42C9CC35-5BDF-4687-B85E-C6B53ACCA580}" destId="{EFFBDC77-43FF-445B-99E3-44C166CC42EE}" srcOrd="1" destOrd="0" presId="urn:microsoft.com/office/officeart/2008/layout/LinedList"/>
    <dgm:cxn modelId="{0B03A42F-2A88-4C78-97A3-0041815D07E9}" type="presParOf" srcId="{D211B155-AF81-426D-B15F-630E1F98091F}" destId="{F32AC1DD-46D3-4ADE-BD77-E0249FECD975}" srcOrd="2" destOrd="0" presId="urn:microsoft.com/office/officeart/2008/layout/LinedList"/>
    <dgm:cxn modelId="{D7580FE4-D0C6-4A2A-8815-12A12C85C66A}" type="presParOf" srcId="{D211B155-AF81-426D-B15F-630E1F98091F}" destId="{AD1D2E73-A656-4D3C-97C1-309C952A4849}" srcOrd="3" destOrd="0" presId="urn:microsoft.com/office/officeart/2008/layout/LinedList"/>
    <dgm:cxn modelId="{9244E7C0-ABEB-4188-81E8-E276C81942D5}" type="presParOf" srcId="{AD1D2E73-A656-4D3C-97C1-309C952A4849}" destId="{F66583DD-9298-4DE7-A749-4FCC9F24B2D9}" srcOrd="0" destOrd="0" presId="urn:microsoft.com/office/officeart/2008/layout/LinedList"/>
    <dgm:cxn modelId="{1B70FE76-6A11-49EA-9763-5BECC9A0ADE7}" type="presParOf" srcId="{AD1D2E73-A656-4D3C-97C1-309C952A4849}" destId="{A89A4F31-2693-4873-97F7-1CB7A73171FC}" srcOrd="1" destOrd="0" presId="urn:microsoft.com/office/officeart/2008/layout/LinedList"/>
    <dgm:cxn modelId="{DF184A95-5E45-4442-AA37-85763CD59FB2}" type="presParOf" srcId="{D211B155-AF81-426D-B15F-630E1F98091F}" destId="{BCDD93E9-B99D-4709-B721-7996526D63BA}" srcOrd="4" destOrd="0" presId="urn:microsoft.com/office/officeart/2008/layout/LinedList"/>
    <dgm:cxn modelId="{69B148FB-517E-45A7-B874-0E99C20F0D2D}" type="presParOf" srcId="{D211B155-AF81-426D-B15F-630E1F98091F}" destId="{D40024DF-64C5-47BD-8888-1ECECDEF2DF1}" srcOrd="5" destOrd="0" presId="urn:microsoft.com/office/officeart/2008/layout/LinedList"/>
    <dgm:cxn modelId="{1DC1927E-6288-4B45-847B-006CA2CE2C4B}" type="presParOf" srcId="{D40024DF-64C5-47BD-8888-1ECECDEF2DF1}" destId="{D1202CE8-E435-4CD1-9DC0-9FD70A052BB2}" srcOrd="0" destOrd="0" presId="urn:microsoft.com/office/officeart/2008/layout/LinedList"/>
    <dgm:cxn modelId="{95E53B70-6B6D-4712-AE27-1FB22352D8C3}" type="presParOf" srcId="{D40024DF-64C5-47BD-8888-1ECECDEF2DF1}" destId="{76E418DA-6FDE-44DD-AEDD-9C97BDDDF30A}" srcOrd="1" destOrd="0" presId="urn:microsoft.com/office/officeart/2008/layout/LinedList"/>
    <dgm:cxn modelId="{D7D4A3E1-3002-4191-97BF-5CFA621CEA30}" type="presParOf" srcId="{D211B155-AF81-426D-B15F-630E1F98091F}" destId="{36DA7F73-13CF-4749-9BE2-1CF2A1A4D56B}" srcOrd="6" destOrd="0" presId="urn:microsoft.com/office/officeart/2008/layout/LinedList"/>
    <dgm:cxn modelId="{811ECFA8-FEDF-486D-BCDF-308E685B561E}" type="presParOf" srcId="{D211B155-AF81-426D-B15F-630E1F98091F}" destId="{1D1D48D2-DF80-43FE-AA7F-9FF6E6200E37}" srcOrd="7" destOrd="0" presId="urn:microsoft.com/office/officeart/2008/layout/LinedList"/>
    <dgm:cxn modelId="{E46E7AC8-D4AC-4614-8513-84D620799CBC}" type="presParOf" srcId="{1D1D48D2-DF80-43FE-AA7F-9FF6E6200E37}" destId="{316053E5-8398-47AF-A35F-FA5FAA5B4194}" srcOrd="0" destOrd="0" presId="urn:microsoft.com/office/officeart/2008/layout/LinedList"/>
    <dgm:cxn modelId="{FAF99E83-7242-421B-9663-84AEAAEC647E}" type="presParOf" srcId="{1D1D48D2-DF80-43FE-AA7F-9FF6E6200E37}" destId="{C9AA7CE7-36CE-4C25-93CF-42F66EB52D5B}" srcOrd="1" destOrd="0" presId="urn:microsoft.com/office/officeart/2008/layout/LinedList"/>
    <dgm:cxn modelId="{36D28ED9-0859-4DE5-9CAD-B9BA9CAE4411}" type="presParOf" srcId="{D211B155-AF81-426D-B15F-630E1F98091F}" destId="{3FAA33CE-8356-49AC-B31A-736AE481D9FF}" srcOrd="8" destOrd="0" presId="urn:microsoft.com/office/officeart/2008/layout/LinedList"/>
    <dgm:cxn modelId="{452C774C-50C8-4A53-9F35-78AA3893EB59}" type="presParOf" srcId="{D211B155-AF81-426D-B15F-630E1F98091F}" destId="{7FDA2002-06D8-4B02-A5FA-80B97093DB23}" srcOrd="9" destOrd="0" presId="urn:microsoft.com/office/officeart/2008/layout/LinedList"/>
    <dgm:cxn modelId="{3710E8D4-F008-4AC1-924B-F4E92410C222}" type="presParOf" srcId="{7FDA2002-06D8-4B02-A5FA-80B97093DB23}" destId="{B0BEADF8-2324-4531-9578-BC7C0138ABF5}" srcOrd="0" destOrd="0" presId="urn:microsoft.com/office/officeart/2008/layout/LinedList"/>
    <dgm:cxn modelId="{BEC1D0EC-5B96-4591-8207-4B20B0BDAF70}" type="presParOf" srcId="{7FDA2002-06D8-4B02-A5FA-80B97093DB23}" destId="{E8E18809-36EA-47C7-855B-F0588B1C0329}" srcOrd="1" destOrd="0" presId="urn:microsoft.com/office/officeart/2008/layout/LinedList"/>
    <dgm:cxn modelId="{906F8DBD-AE7E-40C7-8CDE-5F6051B04C84}" type="presParOf" srcId="{D211B155-AF81-426D-B15F-630E1F98091F}" destId="{74E01045-71F7-48E5-8667-2D9F5360B806}" srcOrd="10" destOrd="0" presId="urn:microsoft.com/office/officeart/2008/layout/LinedList"/>
    <dgm:cxn modelId="{07207534-C9C5-4E2B-86AE-A0AB46FACE5A}" type="presParOf" srcId="{D211B155-AF81-426D-B15F-630E1F98091F}" destId="{FC3B7AB6-EF1A-4AFC-85BB-9059A747196A}" srcOrd="11" destOrd="0" presId="urn:microsoft.com/office/officeart/2008/layout/LinedList"/>
    <dgm:cxn modelId="{6DB1690F-E6B7-443D-880A-8EBA2BDEC1EC}" type="presParOf" srcId="{FC3B7AB6-EF1A-4AFC-85BB-9059A747196A}" destId="{BCD39AB2-2363-45E0-A10D-D90E189BB69F}" srcOrd="0" destOrd="0" presId="urn:microsoft.com/office/officeart/2008/layout/LinedList"/>
    <dgm:cxn modelId="{F39DFDAA-6267-4FD1-92FE-F99A3419D554}" type="presParOf" srcId="{FC3B7AB6-EF1A-4AFC-85BB-9059A747196A}" destId="{D3BB7106-B0C2-4912-AAB6-1811C09415C2}" srcOrd="1" destOrd="0" presId="urn:microsoft.com/office/officeart/2008/layout/LinedList"/>
    <dgm:cxn modelId="{1AF1278F-C87E-4A7C-BF69-0FC81CFEF06F}" type="presParOf" srcId="{D211B155-AF81-426D-B15F-630E1F98091F}" destId="{95CFEDCB-1ADB-45EB-A7AE-F6ED3FFE9F46}" srcOrd="12" destOrd="0" presId="urn:microsoft.com/office/officeart/2008/layout/LinedList"/>
    <dgm:cxn modelId="{01FD972A-ECAF-46AE-94A0-92288900F432}" type="presParOf" srcId="{D211B155-AF81-426D-B15F-630E1F98091F}" destId="{952F4D55-EA50-4D22-8511-0EF4FCD9501B}" srcOrd="13" destOrd="0" presId="urn:microsoft.com/office/officeart/2008/layout/LinedList"/>
    <dgm:cxn modelId="{FEE9C8D8-BCBA-42C6-9768-E06D65FB0D07}" type="presParOf" srcId="{952F4D55-EA50-4D22-8511-0EF4FCD9501B}" destId="{1DE3EA99-761A-4293-B282-9E0B87E4CBE9}" srcOrd="0" destOrd="0" presId="urn:microsoft.com/office/officeart/2008/layout/LinedList"/>
    <dgm:cxn modelId="{A999A3BD-C732-401A-91AE-B42F841763F2}" type="presParOf" srcId="{952F4D55-EA50-4D22-8511-0EF4FCD9501B}" destId="{806DA4D4-7A91-4D5C-AB45-F556BFE92DB8}" srcOrd="1" destOrd="0" presId="urn:microsoft.com/office/officeart/2008/layout/LinedList"/>
    <dgm:cxn modelId="{28B1D951-F4D3-4B4B-8D34-8B9A1A12C1A7}" type="presParOf" srcId="{D211B155-AF81-426D-B15F-630E1F98091F}" destId="{70C5A768-488D-476F-81E5-C56F6E1E51DF}" srcOrd="14" destOrd="0" presId="urn:microsoft.com/office/officeart/2008/layout/LinedList"/>
    <dgm:cxn modelId="{8B853073-9436-4587-ACFA-8CA17DED0CC0}" type="presParOf" srcId="{D211B155-AF81-426D-B15F-630E1F98091F}" destId="{0B28C849-F264-40CD-8B4E-35A2ACD30E64}" srcOrd="15" destOrd="0" presId="urn:microsoft.com/office/officeart/2008/layout/LinedList"/>
    <dgm:cxn modelId="{9419D747-7500-41F4-BEFF-BBEC36E84D82}" type="presParOf" srcId="{0B28C849-F264-40CD-8B4E-35A2ACD30E64}" destId="{E6595F5E-DB31-440A-9985-6AE05EC1A3E5}" srcOrd="0" destOrd="0" presId="urn:microsoft.com/office/officeart/2008/layout/LinedList"/>
    <dgm:cxn modelId="{0B8E8AD8-3A15-4EFB-B633-E3807B7482C5}" type="presParOf" srcId="{0B28C849-F264-40CD-8B4E-35A2ACD30E64}" destId="{A9F60D08-2572-4321-8072-9B2DC8FA8DB7}" srcOrd="1" destOrd="0" presId="urn:microsoft.com/office/officeart/2008/layout/LinedList"/>
    <dgm:cxn modelId="{2E4FF3FC-12AC-4DAA-B902-160E25B1219D}" type="presParOf" srcId="{D211B155-AF81-426D-B15F-630E1F98091F}" destId="{A0CA6D38-86F7-41F6-B1FA-FB1759F4EEAB}" srcOrd="16" destOrd="0" presId="urn:microsoft.com/office/officeart/2008/layout/LinedList"/>
    <dgm:cxn modelId="{B32191FB-1AA9-47EF-8274-6DBE56F59519}" type="presParOf" srcId="{D211B155-AF81-426D-B15F-630E1F98091F}" destId="{6E88978C-6094-4500-AF43-00823F9B9DDF}" srcOrd="17" destOrd="0" presId="urn:microsoft.com/office/officeart/2008/layout/LinedList"/>
    <dgm:cxn modelId="{AD341AF0-3F25-49EF-AEEE-CB16F2D56D7E}" type="presParOf" srcId="{6E88978C-6094-4500-AF43-00823F9B9DDF}" destId="{0734FA9F-FAA0-4F68-8C4D-218ED3D7DA66}" srcOrd="0" destOrd="0" presId="urn:microsoft.com/office/officeart/2008/layout/LinedList"/>
    <dgm:cxn modelId="{4BBA1AF5-2A7F-40DA-AC0A-871A63B81FED}" type="presParOf" srcId="{6E88978C-6094-4500-AF43-00823F9B9DDF}" destId="{7AFCA6E2-10EE-418C-99B0-BBC358CF5D02}" srcOrd="1" destOrd="0" presId="urn:microsoft.com/office/officeart/2008/layout/LinedList"/>
    <dgm:cxn modelId="{F9FDA94C-8F83-49D0-A412-F2ADD403788C}" type="presParOf" srcId="{D211B155-AF81-426D-B15F-630E1F98091F}" destId="{F450D66A-B19A-4F55-8290-CB83C534A4F5}" srcOrd="18" destOrd="0" presId="urn:microsoft.com/office/officeart/2008/layout/LinedList"/>
    <dgm:cxn modelId="{4722749A-3322-4F51-AFB0-3376BA54C103}" type="presParOf" srcId="{D211B155-AF81-426D-B15F-630E1F98091F}" destId="{FEF7F231-D151-4BE0-9F79-8F9F4FEEE2EF}" srcOrd="19" destOrd="0" presId="urn:microsoft.com/office/officeart/2008/layout/LinedList"/>
    <dgm:cxn modelId="{192C9531-DFF0-4C22-91C8-5A782BD90CBE}" type="presParOf" srcId="{FEF7F231-D151-4BE0-9F79-8F9F4FEEE2EF}" destId="{06730632-9652-45BE-8D9C-0D8F46EBA1A9}" srcOrd="0" destOrd="0" presId="urn:microsoft.com/office/officeart/2008/layout/LinedList"/>
    <dgm:cxn modelId="{9DDAF173-BBD7-4170-BD65-7C0218636CE2}" type="presParOf" srcId="{FEF7F231-D151-4BE0-9F79-8F9F4FEEE2EF}" destId="{D7399CF6-3C7E-4E18-A704-1577B68DD4A2}" srcOrd="1" destOrd="0" presId="urn:microsoft.com/office/officeart/2008/layout/LinedList"/>
    <dgm:cxn modelId="{938B9F9A-0B22-4CC8-B381-4AC4C68D0EBF}" type="presParOf" srcId="{D211B155-AF81-426D-B15F-630E1F98091F}" destId="{FB081A97-40A6-4576-971C-43C86C63BA87}" srcOrd="20" destOrd="0" presId="urn:microsoft.com/office/officeart/2008/layout/LinedList"/>
    <dgm:cxn modelId="{B157A9B0-2CCC-4D3A-A9FF-F1850D9B3461}" type="presParOf" srcId="{D211B155-AF81-426D-B15F-630E1F98091F}" destId="{46147758-9847-47CF-AF98-988D3CB93307}" srcOrd="21" destOrd="0" presId="urn:microsoft.com/office/officeart/2008/layout/LinedList"/>
    <dgm:cxn modelId="{91DFE774-2C9D-4645-8D6A-94CFF5F2E578}" type="presParOf" srcId="{46147758-9847-47CF-AF98-988D3CB93307}" destId="{C492D3AE-29EA-4974-ABE6-22E1831ED8CB}" srcOrd="0" destOrd="0" presId="urn:microsoft.com/office/officeart/2008/layout/LinedList"/>
    <dgm:cxn modelId="{45256B81-00B7-40CE-B610-9363E92942C9}" type="presParOf" srcId="{46147758-9847-47CF-AF98-988D3CB93307}" destId="{1183DF15-3C8A-4B53-82AB-B9BB2351A25A}" srcOrd="1" destOrd="0" presId="urn:microsoft.com/office/officeart/2008/layout/LinedList"/>
    <dgm:cxn modelId="{07F65E49-041E-4B09-B6BE-C042A1830F76}" type="presParOf" srcId="{D211B155-AF81-426D-B15F-630E1F98091F}" destId="{9B022893-7D8B-4E19-B48D-A3E9D8C55835}" srcOrd="22" destOrd="0" presId="urn:microsoft.com/office/officeart/2008/layout/LinedList"/>
    <dgm:cxn modelId="{55246A95-1BC2-4983-B09A-B97F3130C6E0}" type="presParOf" srcId="{D211B155-AF81-426D-B15F-630E1F98091F}" destId="{2265B1EE-25BE-4083-AB2D-CC8E7C19A3B9}" srcOrd="23" destOrd="0" presId="urn:microsoft.com/office/officeart/2008/layout/LinedList"/>
    <dgm:cxn modelId="{21CA46CB-EB7D-4B72-A2B5-3ED34C3FD27A}" type="presParOf" srcId="{2265B1EE-25BE-4083-AB2D-CC8E7C19A3B9}" destId="{1DF3DDE2-D49C-47E5-B909-A2625225B0DD}" srcOrd="0" destOrd="0" presId="urn:microsoft.com/office/officeart/2008/layout/LinedList"/>
    <dgm:cxn modelId="{A0598613-C4AE-4CBC-B48C-4C1B986A200E}" type="presParOf" srcId="{2265B1EE-25BE-4083-AB2D-CC8E7C19A3B9}" destId="{292D569F-AA35-40C1-A25E-474A75CC1D12}" srcOrd="1" destOrd="0" presId="urn:microsoft.com/office/officeart/2008/layout/LinedList"/>
    <dgm:cxn modelId="{7D82E05F-BBD7-4ED5-812F-8942E7780D7B}" type="presParOf" srcId="{D211B155-AF81-426D-B15F-630E1F98091F}" destId="{96D4BDF7-FECD-404B-8EC5-859A1A20F557}" srcOrd="24" destOrd="0" presId="urn:microsoft.com/office/officeart/2008/layout/LinedList"/>
    <dgm:cxn modelId="{B50B3AA1-842C-4A8C-A54B-A128112888E8}" type="presParOf" srcId="{D211B155-AF81-426D-B15F-630E1F98091F}" destId="{A5FDDE20-95AE-4B27-82CB-580D2704F28D}" srcOrd="25" destOrd="0" presId="urn:microsoft.com/office/officeart/2008/layout/LinedList"/>
    <dgm:cxn modelId="{3AE652F9-936D-4A9C-B02C-CB2FF15C99F2}" type="presParOf" srcId="{A5FDDE20-95AE-4B27-82CB-580D2704F28D}" destId="{821FDAD9-5A5D-4770-9988-4402926D4A31}" srcOrd="0" destOrd="0" presId="urn:microsoft.com/office/officeart/2008/layout/LinedList"/>
    <dgm:cxn modelId="{6AE9F590-B358-46FA-B5A6-64E426E64B8C}" type="presParOf" srcId="{A5FDDE20-95AE-4B27-82CB-580D2704F28D}" destId="{426E3327-C066-446E-898F-5B5C4411789F}" srcOrd="1" destOrd="0" presId="urn:microsoft.com/office/officeart/2008/layout/LinedList"/>
    <dgm:cxn modelId="{E48DF10F-D02F-4E2A-AD67-DFF451C69C8A}" type="presParOf" srcId="{D211B155-AF81-426D-B15F-630E1F98091F}" destId="{ED0749EA-87EB-4FB8-9CF0-EAB7D5D2CC13}" srcOrd="26" destOrd="0" presId="urn:microsoft.com/office/officeart/2008/layout/LinedList"/>
    <dgm:cxn modelId="{C2BDD212-CA2C-4949-8377-C43F10734541}" type="presParOf" srcId="{D211B155-AF81-426D-B15F-630E1F98091F}" destId="{06168177-30B3-405E-B4E3-59B1ED82758F}" srcOrd="27" destOrd="0" presId="urn:microsoft.com/office/officeart/2008/layout/LinedList"/>
    <dgm:cxn modelId="{207EF32F-5DA7-4F22-A4FF-7CD1F0AD0369}" type="presParOf" srcId="{06168177-30B3-405E-B4E3-59B1ED82758F}" destId="{A0BBD0FD-631D-4664-AED1-4EE0CBF53157}" srcOrd="0" destOrd="0" presId="urn:microsoft.com/office/officeart/2008/layout/LinedList"/>
    <dgm:cxn modelId="{6D62BE2C-1BA7-4980-9AB5-F6F82798CAD6}" type="presParOf" srcId="{06168177-30B3-405E-B4E3-59B1ED82758F}" destId="{29B79F8F-4886-4831-8973-D3EAEBF88304}" srcOrd="1" destOrd="0" presId="urn:microsoft.com/office/officeart/2008/layout/LinedList"/>
    <dgm:cxn modelId="{F455993E-8E6B-46C2-8A77-0E691E3670C0}" type="presParOf" srcId="{D211B155-AF81-426D-B15F-630E1F98091F}" destId="{F01DEF2D-A90F-43BD-9838-48C3ECEC30E8}" srcOrd="28" destOrd="0" presId="urn:microsoft.com/office/officeart/2008/layout/LinedList"/>
    <dgm:cxn modelId="{A1103E58-BB51-495E-B832-79124435691F}" type="presParOf" srcId="{D211B155-AF81-426D-B15F-630E1F98091F}" destId="{B2B09648-5C07-40EB-9292-D17DE2B52092}" srcOrd="29" destOrd="0" presId="urn:microsoft.com/office/officeart/2008/layout/LinedList"/>
    <dgm:cxn modelId="{0F6716C5-86AB-4FEB-8480-0F10E7C43BD8}" type="presParOf" srcId="{B2B09648-5C07-40EB-9292-D17DE2B52092}" destId="{996C2A2E-7A99-45FF-A429-4D4D9EDAF3B1}" srcOrd="0" destOrd="0" presId="urn:microsoft.com/office/officeart/2008/layout/LinedList"/>
    <dgm:cxn modelId="{00D36659-8BD7-4F2A-A6E0-0C5F9F4F918E}" type="presParOf" srcId="{B2B09648-5C07-40EB-9292-D17DE2B52092}" destId="{11AE406F-C346-476F-A945-6B0503E3E0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89428-4D90-4000-A9AC-C2297BA31191}">
      <dsp:nvSpPr>
        <dsp:cNvPr id="0" name=""/>
        <dsp:cNvSpPr/>
      </dsp:nvSpPr>
      <dsp:spPr>
        <a:xfrm>
          <a:off x="0" y="599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0569C-B547-48B4-B76D-56E3001A66F7}">
      <dsp:nvSpPr>
        <dsp:cNvPr id="0" name=""/>
        <dsp:cNvSpPr/>
      </dsp:nvSpPr>
      <dsp:spPr>
        <a:xfrm>
          <a:off x="0" y="599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Local model: </a:t>
          </a:r>
          <a:r>
            <a:rPr lang="en-US" sz="1400" b="1" i="0" kern="1200" baseline="0"/>
            <a:t>Mistral 7B</a:t>
          </a:r>
          <a:endParaRPr lang="en-US" sz="1400" kern="1200"/>
        </a:p>
      </dsp:txBody>
      <dsp:txXfrm>
        <a:off x="0" y="599"/>
        <a:ext cx="5638799" cy="327580"/>
      </dsp:txXfrm>
    </dsp:sp>
    <dsp:sp modelId="{F32AC1DD-46D3-4ADE-BD77-E0249FECD975}">
      <dsp:nvSpPr>
        <dsp:cNvPr id="0" name=""/>
        <dsp:cNvSpPr/>
      </dsp:nvSpPr>
      <dsp:spPr>
        <a:xfrm>
          <a:off x="0" y="328179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583DD-9298-4DE7-A749-4FCC9F24B2D9}">
      <dsp:nvSpPr>
        <dsp:cNvPr id="0" name=""/>
        <dsp:cNvSpPr/>
      </dsp:nvSpPr>
      <dsp:spPr>
        <a:xfrm>
          <a:off x="0" y="328179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Receives system prompt with:</a:t>
          </a:r>
          <a:endParaRPr lang="en-US" sz="1400" b="1" kern="1200" dirty="0"/>
        </a:p>
      </dsp:txBody>
      <dsp:txXfrm>
        <a:off x="0" y="328179"/>
        <a:ext cx="5638799" cy="327580"/>
      </dsp:txXfrm>
    </dsp:sp>
    <dsp:sp modelId="{BCDD93E9-B99D-4709-B721-7996526D63BA}">
      <dsp:nvSpPr>
        <dsp:cNvPr id="0" name=""/>
        <dsp:cNvSpPr/>
      </dsp:nvSpPr>
      <dsp:spPr>
        <a:xfrm>
          <a:off x="0" y="655759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02CE8-E435-4CD1-9DC0-9FD70A052BB2}">
      <dsp:nvSpPr>
        <dsp:cNvPr id="0" name=""/>
        <dsp:cNvSpPr/>
      </dsp:nvSpPr>
      <dsp:spPr>
        <a:xfrm>
          <a:off x="0" y="655759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Schema hints</a:t>
          </a:r>
          <a:endParaRPr lang="en-US" sz="1400" kern="1200" dirty="0"/>
        </a:p>
      </dsp:txBody>
      <dsp:txXfrm>
        <a:off x="0" y="655759"/>
        <a:ext cx="5638799" cy="327580"/>
      </dsp:txXfrm>
    </dsp:sp>
    <dsp:sp modelId="{36DA7F73-13CF-4749-9BE2-1CF2A1A4D56B}">
      <dsp:nvSpPr>
        <dsp:cNvPr id="0" name=""/>
        <dsp:cNvSpPr/>
      </dsp:nvSpPr>
      <dsp:spPr>
        <a:xfrm>
          <a:off x="0" y="983339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053E5-8398-47AF-A35F-FA5FAA5B4194}">
      <dsp:nvSpPr>
        <dsp:cNvPr id="0" name=""/>
        <dsp:cNvSpPr/>
      </dsp:nvSpPr>
      <dsp:spPr>
        <a:xfrm>
          <a:off x="0" y="983339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Keyword → </a:t>
          </a:r>
          <a:r>
            <a:rPr lang="en-US" sz="1400" b="0" i="0" kern="1200" baseline="0" dirty="0" err="1"/>
            <a:t>rule_desc</a:t>
          </a:r>
          <a:r>
            <a:rPr lang="en-US" sz="1400" b="0" i="0" kern="1200" baseline="0" dirty="0"/>
            <a:t> mappings</a:t>
          </a:r>
          <a:endParaRPr lang="en-US" sz="1400" kern="1200" dirty="0"/>
        </a:p>
      </dsp:txBody>
      <dsp:txXfrm>
        <a:off x="0" y="983339"/>
        <a:ext cx="5638799" cy="327580"/>
      </dsp:txXfrm>
    </dsp:sp>
    <dsp:sp modelId="{3FAA33CE-8356-49AC-B31A-736AE481D9FF}">
      <dsp:nvSpPr>
        <dsp:cNvPr id="0" name=""/>
        <dsp:cNvSpPr/>
      </dsp:nvSpPr>
      <dsp:spPr>
        <a:xfrm>
          <a:off x="0" y="1310919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EADF8-2324-4531-9578-BC7C0138ABF5}">
      <dsp:nvSpPr>
        <dsp:cNvPr id="0" name=""/>
        <dsp:cNvSpPr/>
      </dsp:nvSpPr>
      <dsp:spPr>
        <a:xfrm>
          <a:off x="0" y="1310919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Severity mapping</a:t>
          </a:r>
          <a:endParaRPr lang="en-US" sz="1400" kern="1200"/>
        </a:p>
      </dsp:txBody>
      <dsp:txXfrm>
        <a:off x="0" y="1310919"/>
        <a:ext cx="5638799" cy="327580"/>
      </dsp:txXfrm>
    </dsp:sp>
    <dsp:sp modelId="{74E01045-71F7-48E5-8667-2D9F5360B806}">
      <dsp:nvSpPr>
        <dsp:cNvPr id="0" name=""/>
        <dsp:cNvSpPr/>
      </dsp:nvSpPr>
      <dsp:spPr>
        <a:xfrm>
          <a:off x="0" y="1638499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39AB2-2363-45E0-A10D-D90E189BB69F}">
      <dsp:nvSpPr>
        <dsp:cNvPr id="0" name=""/>
        <dsp:cNvSpPr/>
      </dsp:nvSpPr>
      <dsp:spPr>
        <a:xfrm>
          <a:off x="0" y="1638499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SQL rules and restrictions</a:t>
          </a:r>
          <a:endParaRPr lang="en-US" sz="1400" kern="1200"/>
        </a:p>
      </dsp:txBody>
      <dsp:txXfrm>
        <a:off x="0" y="1638499"/>
        <a:ext cx="5638799" cy="327580"/>
      </dsp:txXfrm>
    </dsp:sp>
    <dsp:sp modelId="{95CFEDCB-1ADB-45EB-A7AE-F6ED3FFE9F46}">
      <dsp:nvSpPr>
        <dsp:cNvPr id="0" name=""/>
        <dsp:cNvSpPr/>
      </dsp:nvSpPr>
      <dsp:spPr>
        <a:xfrm>
          <a:off x="0" y="1966079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3EA99-761A-4293-B282-9E0B87E4CBE9}">
      <dsp:nvSpPr>
        <dsp:cNvPr id="0" name=""/>
        <dsp:cNvSpPr/>
      </dsp:nvSpPr>
      <dsp:spPr>
        <a:xfrm>
          <a:off x="0" y="1966079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Generates a clean SELECT query only</a:t>
          </a:r>
          <a:endParaRPr lang="en-US" sz="1400" kern="1200" dirty="0"/>
        </a:p>
      </dsp:txBody>
      <dsp:txXfrm>
        <a:off x="0" y="1966079"/>
        <a:ext cx="5638799" cy="327580"/>
      </dsp:txXfrm>
    </dsp:sp>
    <dsp:sp modelId="{70C5A768-488D-476F-81E5-C56F6E1E51DF}">
      <dsp:nvSpPr>
        <dsp:cNvPr id="0" name=""/>
        <dsp:cNvSpPr/>
      </dsp:nvSpPr>
      <dsp:spPr>
        <a:xfrm>
          <a:off x="0" y="2293659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95F5E-DB31-440A-9985-6AE05EC1A3E5}">
      <dsp:nvSpPr>
        <dsp:cNvPr id="0" name=""/>
        <dsp:cNvSpPr/>
      </dsp:nvSpPr>
      <dsp:spPr>
        <a:xfrm>
          <a:off x="0" y="2293659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Supports:</a:t>
          </a:r>
          <a:endParaRPr lang="en-US" sz="1400" b="1" kern="1200" dirty="0"/>
        </a:p>
      </dsp:txBody>
      <dsp:txXfrm>
        <a:off x="0" y="2293659"/>
        <a:ext cx="5638799" cy="327580"/>
      </dsp:txXfrm>
    </dsp:sp>
    <dsp:sp modelId="{A0CA6D38-86F7-41F6-B1FA-FB1759F4EEAB}">
      <dsp:nvSpPr>
        <dsp:cNvPr id="0" name=""/>
        <dsp:cNvSpPr/>
      </dsp:nvSpPr>
      <dsp:spPr>
        <a:xfrm>
          <a:off x="0" y="2621240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4FA9F-FAA0-4F68-8C4D-218ED3D7DA66}">
      <dsp:nvSpPr>
        <dsp:cNvPr id="0" name=""/>
        <dsp:cNvSpPr/>
      </dsp:nvSpPr>
      <dsp:spPr>
        <a:xfrm>
          <a:off x="0" y="2621240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SSH failures</a:t>
          </a:r>
          <a:endParaRPr lang="en-US" sz="1400" kern="1200"/>
        </a:p>
      </dsp:txBody>
      <dsp:txXfrm>
        <a:off x="0" y="2621240"/>
        <a:ext cx="5638799" cy="327580"/>
      </dsp:txXfrm>
    </dsp:sp>
    <dsp:sp modelId="{F450D66A-B19A-4F55-8290-CB83C534A4F5}">
      <dsp:nvSpPr>
        <dsp:cNvPr id="0" name=""/>
        <dsp:cNvSpPr/>
      </dsp:nvSpPr>
      <dsp:spPr>
        <a:xfrm>
          <a:off x="0" y="2948820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30632-9652-45BE-8D9C-0D8F46EBA1A9}">
      <dsp:nvSpPr>
        <dsp:cNvPr id="0" name=""/>
        <dsp:cNvSpPr/>
      </dsp:nvSpPr>
      <dsp:spPr>
        <a:xfrm>
          <a:off x="0" y="2948820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Sudo events</a:t>
          </a:r>
          <a:endParaRPr lang="en-US" sz="1400" kern="1200"/>
        </a:p>
      </dsp:txBody>
      <dsp:txXfrm>
        <a:off x="0" y="2948820"/>
        <a:ext cx="5638799" cy="327580"/>
      </dsp:txXfrm>
    </dsp:sp>
    <dsp:sp modelId="{FB081A97-40A6-4576-971C-43C86C63BA87}">
      <dsp:nvSpPr>
        <dsp:cNvPr id="0" name=""/>
        <dsp:cNvSpPr/>
      </dsp:nvSpPr>
      <dsp:spPr>
        <a:xfrm>
          <a:off x="0" y="3276400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92D3AE-29EA-4974-ABE6-22E1831ED8CB}">
      <dsp:nvSpPr>
        <dsp:cNvPr id="0" name=""/>
        <dsp:cNvSpPr/>
      </dsp:nvSpPr>
      <dsp:spPr>
        <a:xfrm>
          <a:off x="0" y="3276400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Kernel messages</a:t>
          </a:r>
          <a:endParaRPr lang="en-US" sz="1400" kern="1200"/>
        </a:p>
      </dsp:txBody>
      <dsp:txXfrm>
        <a:off x="0" y="3276400"/>
        <a:ext cx="5638799" cy="327580"/>
      </dsp:txXfrm>
    </dsp:sp>
    <dsp:sp modelId="{9B022893-7D8B-4E19-B48D-A3E9D8C55835}">
      <dsp:nvSpPr>
        <dsp:cNvPr id="0" name=""/>
        <dsp:cNvSpPr/>
      </dsp:nvSpPr>
      <dsp:spPr>
        <a:xfrm>
          <a:off x="0" y="3603980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3DDE2-D49C-47E5-B909-A2625225B0DD}">
      <dsp:nvSpPr>
        <dsp:cNvPr id="0" name=""/>
        <dsp:cNvSpPr/>
      </dsp:nvSpPr>
      <dsp:spPr>
        <a:xfrm>
          <a:off x="0" y="3603980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Authentication logs</a:t>
          </a:r>
          <a:endParaRPr lang="en-US" sz="1400" kern="1200"/>
        </a:p>
      </dsp:txBody>
      <dsp:txXfrm>
        <a:off x="0" y="3603980"/>
        <a:ext cx="5638799" cy="327580"/>
      </dsp:txXfrm>
    </dsp:sp>
    <dsp:sp modelId="{96D4BDF7-FECD-404B-8EC5-859A1A20F557}">
      <dsp:nvSpPr>
        <dsp:cNvPr id="0" name=""/>
        <dsp:cNvSpPr/>
      </dsp:nvSpPr>
      <dsp:spPr>
        <a:xfrm>
          <a:off x="0" y="3931560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FDAD9-5A5D-4770-9988-4402926D4A31}">
      <dsp:nvSpPr>
        <dsp:cNvPr id="0" name=""/>
        <dsp:cNvSpPr/>
      </dsp:nvSpPr>
      <dsp:spPr>
        <a:xfrm>
          <a:off x="0" y="3931560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Top src_ip</a:t>
          </a:r>
          <a:endParaRPr lang="en-US" sz="1400" kern="1200"/>
        </a:p>
      </dsp:txBody>
      <dsp:txXfrm>
        <a:off x="0" y="3931560"/>
        <a:ext cx="5638799" cy="327580"/>
      </dsp:txXfrm>
    </dsp:sp>
    <dsp:sp modelId="{ED0749EA-87EB-4FB8-9CF0-EAB7D5D2CC13}">
      <dsp:nvSpPr>
        <dsp:cNvPr id="0" name=""/>
        <dsp:cNvSpPr/>
      </dsp:nvSpPr>
      <dsp:spPr>
        <a:xfrm>
          <a:off x="0" y="4259140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BBD0FD-631D-4664-AED1-4EE0CBF53157}">
      <dsp:nvSpPr>
        <dsp:cNvPr id="0" name=""/>
        <dsp:cNvSpPr/>
      </dsp:nvSpPr>
      <dsp:spPr>
        <a:xfrm>
          <a:off x="0" y="4259140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Chart generation logic</a:t>
          </a:r>
          <a:endParaRPr lang="en-US" sz="1400" kern="1200"/>
        </a:p>
      </dsp:txBody>
      <dsp:txXfrm>
        <a:off x="0" y="4259140"/>
        <a:ext cx="5638799" cy="327580"/>
      </dsp:txXfrm>
    </dsp:sp>
    <dsp:sp modelId="{F01DEF2D-A90F-43BD-9838-48C3ECEC30E8}">
      <dsp:nvSpPr>
        <dsp:cNvPr id="0" name=""/>
        <dsp:cNvSpPr/>
      </dsp:nvSpPr>
      <dsp:spPr>
        <a:xfrm>
          <a:off x="0" y="4586720"/>
          <a:ext cx="56387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C2A2E-7A99-45FF-A429-4D4D9EDAF3B1}">
      <dsp:nvSpPr>
        <dsp:cNvPr id="0" name=""/>
        <dsp:cNvSpPr/>
      </dsp:nvSpPr>
      <dsp:spPr>
        <a:xfrm>
          <a:off x="0" y="4586720"/>
          <a:ext cx="5638799" cy="327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Ensures safe, predictable SQL responses.</a:t>
          </a:r>
          <a:endParaRPr lang="en-US" sz="1400" kern="1200"/>
        </a:p>
      </dsp:txBody>
      <dsp:txXfrm>
        <a:off x="0" y="4586720"/>
        <a:ext cx="5638799" cy="327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E5E00-2213-4B8A-A572-B34A6F21B472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F2720-98EE-418C-8DAD-D3DAD511C2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3507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0929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5972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2175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8575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9743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4095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7497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5470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5492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6812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875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4494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9402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F2720-98EE-418C-8DAD-D3DAD511C20E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7306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Thursday, December 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24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Thursday, December 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94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Thursday, December 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88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Thursday, December 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5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Thursday, December 4,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03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Thursday, December 4,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596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Thursday, December 4,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85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Thursday, December 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99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Thursday, December 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83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Thursday, December 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Thursday, December 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7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Thursday, December 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777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A52EB-78C0-E0D0-0F9B-9EBFC53EA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051551"/>
            <a:ext cx="3565524" cy="2384898"/>
          </a:xfrm>
        </p:spPr>
        <p:txBody>
          <a:bodyPr anchor="b">
            <a:normAutofit/>
          </a:bodyPr>
          <a:lstStyle/>
          <a:p>
            <a:r>
              <a:rPr lang="en-CA" sz="4800" dirty="0"/>
              <a:t>LLM Powered SOC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E6461-2C55-91A9-6035-43FA84E80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474" y="5110058"/>
            <a:ext cx="4002087" cy="1084271"/>
          </a:xfrm>
        </p:spPr>
        <p:txBody>
          <a:bodyPr>
            <a:normAutofit/>
          </a:bodyPr>
          <a:lstStyle/>
          <a:p>
            <a:r>
              <a:rPr lang="en-CA" sz="2000" dirty="0">
                <a:solidFill>
                  <a:schemeClr val="tx1">
                    <a:alpha val="60000"/>
                  </a:schemeClr>
                </a:solidFill>
              </a:rPr>
              <a:t>CSIS4495 – Applied Research Project</a:t>
            </a:r>
          </a:p>
          <a:p>
            <a:r>
              <a:rPr lang="en-CA" sz="2000" dirty="0">
                <a:solidFill>
                  <a:schemeClr val="tx1">
                    <a:alpha val="60000"/>
                  </a:schemeClr>
                </a:solidFill>
              </a:rPr>
              <a:t>Umesh Kalupathirannehelage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FBD6F0-0EB7-DD44-2109-BCD319AAC0D4}"/>
              </a:ext>
            </a:extLst>
          </p:cNvPr>
          <p:cNvSpPr txBox="1"/>
          <p:nvPr/>
        </p:nvSpPr>
        <p:spPr>
          <a:xfrm>
            <a:off x="75438" y="3453789"/>
            <a:ext cx="5346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A Natural-Language-Driven Security Analysis Platform</a:t>
            </a:r>
            <a:br>
              <a:rPr lang="en-US" i="1" dirty="0"/>
            </a:br>
            <a:endParaRPr lang="en-CA" i="1" dirty="0"/>
          </a:p>
        </p:txBody>
      </p:sp>
      <p:pic>
        <p:nvPicPr>
          <p:cNvPr id="8" name="Picture 7" descr="Several computer screens with a red sign&#10;&#10;AI-generated content may be incorrect.">
            <a:extLst>
              <a:ext uri="{FF2B5EF4-FFF2-40B4-BE49-F238E27FC236}">
                <a16:creationId xmlns:a16="http://schemas.microsoft.com/office/drawing/2014/main" id="{86084607-5300-9782-7763-2CD2E6808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392" y="-24789"/>
            <a:ext cx="6995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20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4F43-FDB2-816D-D364-A8F025F0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9625B4-7226-BC1F-E041-DEB4760131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2" y="1476660"/>
            <a:ext cx="11502316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Operations Centers (SOCs) deal with complex logs and high alert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Analysts spend significant time writing queries, searching events, and correlating incidents.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builds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natural-language-to-SQL SOC Assistant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powered by an LLM and Wazuh to: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 log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query-writing effort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instant insights, charts, and summaries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 junior analysts with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01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07B2C9-ED38-63CF-50A6-5F24E8597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wrap="square" anchor="b">
            <a:normAutofit/>
          </a:bodyPr>
          <a:lstStyle/>
          <a:p>
            <a:r>
              <a:rPr lang="en-CA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8662F2-57B1-D300-EA93-B7B1FF0661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3" y="2678400"/>
            <a:ext cx="3565525" cy="34144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Traditional SIEM queries require: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Technical expertise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Knowledge of log schemas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Time to manually filter &amp; correlate events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SOCs often face: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Alert fatigue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Inconsistent triage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Slow manual investigations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400" b="0" i="1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Need: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An intelligent assistant that understands queries like a human.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close up of a human head&#10;&#10;AI-generated content may be incorrect.">
            <a:extLst>
              <a:ext uri="{FF2B5EF4-FFF2-40B4-BE49-F238E27FC236}">
                <a16:creationId xmlns:a16="http://schemas.microsoft.com/office/drawing/2014/main" id="{E23C7580-2B62-478A-7B34-52599A88F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60" r="9790" b="-1"/>
          <a:stretch>
            <a:fillRect/>
          </a:stretch>
        </p:blipFill>
        <p:spPr>
          <a:xfrm>
            <a:off x="5588000" y="862806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83B29DA-9BB8-4BA8-B8E1-8C2B54407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02496F8-166D-469A-8040-08608013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23E648A7-A02A-4DC7-9FEC-489F1BA6F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4EF573B1-38BC-4C7B-894C-BE3864A04A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647A77D8-817B-4A9F-86AA-FE781E813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CEC2-64BE-6BA6-1AB4-17B34E86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07F19-35DA-A15C-00E8-C35EF7A8A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4" y="1591991"/>
            <a:ext cx="8428544" cy="3979625"/>
          </a:xfrm>
        </p:spPr>
        <p:txBody>
          <a:bodyPr/>
          <a:lstStyle/>
          <a:p>
            <a:r>
              <a:rPr lang="en-CA" dirty="0"/>
              <a:t>Build an end-to-end SOC analysis system integrating:</a:t>
            </a:r>
          </a:p>
          <a:p>
            <a:pPr lvl="1"/>
            <a:r>
              <a:rPr lang="en-CA" b="1" dirty="0"/>
              <a:t>Wazuh</a:t>
            </a:r>
            <a:r>
              <a:rPr lang="en-CA" dirty="0"/>
              <a:t> for log collection</a:t>
            </a:r>
          </a:p>
          <a:p>
            <a:pPr lvl="1"/>
            <a:r>
              <a:rPr lang="en-CA" b="1" dirty="0"/>
              <a:t>ETL pipeline</a:t>
            </a:r>
            <a:r>
              <a:rPr lang="en-CA" dirty="0"/>
              <a:t> for ingestion + normalization</a:t>
            </a:r>
          </a:p>
          <a:p>
            <a:pPr lvl="1"/>
            <a:r>
              <a:rPr lang="en-CA" b="1" dirty="0"/>
              <a:t>PostgreSQL database</a:t>
            </a:r>
            <a:r>
              <a:rPr lang="en-CA" dirty="0"/>
              <a:t> for structured analysis</a:t>
            </a:r>
          </a:p>
          <a:p>
            <a:pPr lvl="1"/>
            <a:r>
              <a:rPr lang="en-CA" b="1" dirty="0"/>
              <a:t>FastAPI backend</a:t>
            </a:r>
            <a:r>
              <a:rPr lang="en-CA" dirty="0"/>
              <a:t> for APIs</a:t>
            </a:r>
          </a:p>
          <a:p>
            <a:pPr lvl="1"/>
            <a:r>
              <a:rPr lang="en-CA" b="1" dirty="0"/>
              <a:t>Ollama LLM</a:t>
            </a:r>
            <a:r>
              <a:rPr lang="en-CA" dirty="0"/>
              <a:t> to convert natural language → SQL</a:t>
            </a:r>
          </a:p>
          <a:p>
            <a:pPr lvl="1"/>
            <a:r>
              <a:rPr lang="en-CA" b="1" dirty="0"/>
              <a:t>Custom web UI</a:t>
            </a:r>
            <a:r>
              <a:rPr lang="en-CA" dirty="0"/>
              <a:t> for visualization</a:t>
            </a:r>
          </a:p>
          <a:p>
            <a:r>
              <a:rPr lang="en-CA" dirty="0"/>
              <a:t>Provide charts, insights, summaries, severity distribution, and agent filtering.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62DB3-C886-3B26-23F2-C1E86E4B2CBD}"/>
              </a:ext>
            </a:extLst>
          </p:cNvPr>
          <p:cNvSpPr txBox="1"/>
          <p:nvPr/>
        </p:nvSpPr>
        <p:spPr>
          <a:xfrm>
            <a:off x="9253728" y="757890"/>
            <a:ext cx="2679192" cy="22467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sz="1000" i="1" dirty="0">
                <a:solidFill>
                  <a:srgbClr val="E7654B"/>
                </a:solidFill>
              </a:rPr>
              <a:t>index=</a:t>
            </a:r>
            <a:r>
              <a:rPr lang="en-CA" sz="1000" i="1" dirty="0" err="1">
                <a:solidFill>
                  <a:srgbClr val="E7654B"/>
                </a:solidFill>
              </a:rPr>
              <a:t>ossec</a:t>
            </a:r>
            <a:r>
              <a:rPr lang="en-CA" sz="1000" i="1" dirty="0">
                <a:solidFill>
                  <a:srgbClr val="E7654B"/>
                </a:solidFill>
              </a:rPr>
              <a:t> </a:t>
            </a:r>
            <a:r>
              <a:rPr lang="en-CA" sz="1000" i="1" dirty="0" err="1">
                <a:solidFill>
                  <a:srgbClr val="E7654B"/>
                </a:solidFill>
              </a:rPr>
              <a:t>sourcetype</a:t>
            </a:r>
            <a:r>
              <a:rPr lang="en-CA" sz="1000" i="1" dirty="0">
                <a:solidFill>
                  <a:srgbClr val="E7654B"/>
                </a:solidFill>
              </a:rPr>
              <a:t>="</a:t>
            </a:r>
            <a:r>
              <a:rPr lang="en-CA" sz="1000" i="1" dirty="0" err="1">
                <a:solidFill>
                  <a:srgbClr val="E7654B"/>
                </a:solidFill>
              </a:rPr>
              <a:t>wazuh:alerts</a:t>
            </a:r>
            <a:r>
              <a:rPr lang="en-CA" sz="1000" i="1" dirty="0">
                <a:solidFill>
                  <a:srgbClr val="E7654B"/>
                </a:solidFill>
              </a:rPr>
              <a:t>"</a:t>
            </a:r>
          </a:p>
          <a:p>
            <a:r>
              <a:rPr lang="en-CA" sz="1000" i="1" dirty="0">
                <a:solidFill>
                  <a:srgbClr val="E7654B"/>
                </a:solidFill>
              </a:rPr>
              <a:t>| </a:t>
            </a:r>
            <a:r>
              <a:rPr lang="en-CA" sz="1000" i="1" dirty="0" err="1">
                <a:solidFill>
                  <a:srgbClr val="E7654B"/>
                </a:solidFill>
              </a:rPr>
              <a:t>spath</a:t>
            </a:r>
            <a:r>
              <a:rPr lang="en-CA" sz="1000" i="1" dirty="0">
                <a:solidFill>
                  <a:srgbClr val="E7654B"/>
                </a:solidFill>
              </a:rPr>
              <a:t> path=</a:t>
            </a:r>
            <a:r>
              <a:rPr lang="en-CA" sz="1000" i="1" dirty="0" err="1">
                <a:solidFill>
                  <a:srgbClr val="E7654B"/>
                </a:solidFill>
              </a:rPr>
              <a:t>rule.description</a:t>
            </a:r>
            <a:r>
              <a:rPr lang="en-CA" sz="1000" i="1" dirty="0">
                <a:solidFill>
                  <a:srgbClr val="E7654B"/>
                </a:solidFill>
              </a:rPr>
              <a:t> output=</a:t>
            </a:r>
            <a:r>
              <a:rPr lang="en-CA" sz="1000" i="1" dirty="0" err="1">
                <a:solidFill>
                  <a:srgbClr val="E7654B"/>
                </a:solidFill>
              </a:rPr>
              <a:t>rule_desc</a:t>
            </a:r>
            <a:endParaRPr lang="en-CA" sz="1000" i="1" dirty="0">
              <a:solidFill>
                <a:srgbClr val="E7654B"/>
              </a:solidFill>
            </a:endParaRPr>
          </a:p>
          <a:p>
            <a:r>
              <a:rPr lang="en-CA" sz="1000" i="1" dirty="0">
                <a:solidFill>
                  <a:srgbClr val="E7654B"/>
                </a:solidFill>
              </a:rPr>
              <a:t>| </a:t>
            </a:r>
            <a:r>
              <a:rPr lang="en-CA" sz="1000" i="1" dirty="0" err="1">
                <a:solidFill>
                  <a:srgbClr val="E7654B"/>
                </a:solidFill>
              </a:rPr>
              <a:t>spath</a:t>
            </a:r>
            <a:r>
              <a:rPr lang="en-CA" sz="1000" i="1" dirty="0">
                <a:solidFill>
                  <a:srgbClr val="E7654B"/>
                </a:solidFill>
              </a:rPr>
              <a:t> path=</a:t>
            </a:r>
            <a:r>
              <a:rPr lang="en-CA" sz="1000" i="1" dirty="0" err="1">
                <a:solidFill>
                  <a:srgbClr val="E7654B"/>
                </a:solidFill>
              </a:rPr>
              <a:t>data.srcip</a:t>
            </a:r>
            <a:r>
              <a:rPr lang="en-CA" sz="1000" i="1" dirty="0">
                <a:solidFill>
                  <a:srgbClr val="E7654B"/>
                </a:solidFill>
              </a:rPr>
              <a:t> output=</a:t>
            </a:r>
            <a:r>
              <a:rPr lang="en-CA" sz="1000" i="1" dirty="0" err="1">
                <a:solidFill>
                  <a:srgbClr val="E7654B"/>
                </a:solidFill>
              </a:rPr>
              <a:t>src_ip</a:t>
            </a:r>
            <a:endParaRPr lang="en-CA" sz="1000" i="1" dirty="0">
              <a:solidFill>
                <a:srgbClr val="E7654B"/>
              </a:solidFill>
            </a:endParaRPr>
          </a:p>
          <a:p>
            <a:r>
              <a:rPr lang="en-CA" sz="1000" i="1" dirty="0">
                <a:solidFill>
                  <a:srgbClr val="E7654B"/>
                </a:solidFill>
              </a:rPr>
              <a:t>| </a:t>
            </a:r>
            <a:r>
              <a:rPr lang="en-CA" sz="1000" i="1" dirty="0" err="1">
                <a:solidFill>
                  <a:srgbClr val="E7654B"/>
                </a:solidFill>
              </a:rPr>
              <a:t>spath</a:t>
            </a:r>
            <a:r>
              <a:rPr lang="en-CA" sz="1000" i="1" dirty="0">
                <a:solidFill>
                  <a:srgbClr val="E7654B"/>
                </a:solidFill>
              </a:rPr>
              <a:t> path=agent.name output=agent</a:t>
            </a:r>
          </a:p>
          <a:p>
            <a:r>
              <a:rPr lang="en-CA" sz="1000" i="1" dirty="0">
                <a:solidFill>
                  <a:srgbClr val="E7654B"/>
                </a:solidFill>
              </a:rPr>
              <a:t>| </a:t>
            </a:r>
            <a:r>
              <a:rPr lang="en-CA" sz="1000" i="1" dirty="0" err="1">
                <a:solidFill>
                  <a:srgbClr val="E7654B"/>
                </a:solidFill>
              </a:rPr>
              <a:t>spath</a:t>
            </a:r>
            <a:r>
              <a:rPr lang="en-CA" sz="1000" i="1" dirty="0">
                <a:solidFill>
                  <a:srgbClr val="E7654B"/>
                </a:solidFill>
              </a:rPr>
              <a:t> path=</a:t>
            </a:r>
            <a:r>
              <a:rPr lang="en-CA" sz="1000" i="1" dirty="0" err="1">
                <a:solidFill>
                  <a:srgbClr val="E7654B"/>
                </a:solidFill>
              </a:rPr>
              <a:t>rule.level</a:t>
            </a:r>
            <a:r>
              <a:rPr lang="en-CA" sz="1000" i="1" dirty="0">
                <a:solidFill>
                  <a:srgbClr val="E7654B"/>
                </a:solidFill>
              </a:rPr>
              <a:t> output=severity</a:t>
            </a:r>
          </a:p>
          <a:p>
            <a:r>
              <a:rPr lang="en-CA" sz="1000" i="1" dirty="0">
                <a:solidFill>
                  <a:srgbClr val="E7654B"/>
                </a:solidFill>
              </a:rPr>
              <a:t>| search </a:t>
            </a:r>
            <a:r>
              <a:rPr lang="en-CA" sz="1000" i="1" dirty="0" err="1">
                <a:solidFill>
                  <a:srgbClr val="E7654B"/>
                </a:solidFill>
              </a:rPr>
              <a:t>rule_desc</a:t>
            </a:r>
            <a:r>
              <a:rPr lang="en-CA" sz="1000" i="1" dirty="0">
                <a:solidFill>
                  <a:srgbClr val="E7654B"/>
                </a:solidFill>
              </a:rPr>
              <a:t>="*</a:t>
            </a:r>
            <a:r>
              <a:rPr lang="en-CA" sz="1000" i="1" dirty="0" err="1">
                <a:solidFill>
                  <a:srgbClr val="E7654B"/>
                </a:solidFill>
              </a:rPr>
              <a:t>sshd</a:t>
            </a:r>
            <a:r>
              <a:rPr lang="en-CA" sz="1000" i="1" dirty="0">
                <a:solidFill>
                  <a:srgbClr val="E7654B"/>
                </a:solidFill>
              </a:rPr>
              <a:t>*" (</a:t>
            </a:r>
            <a:r>
              <a:rPr lang="en-CA" sz="1000" i="1" dirty="0" err="1">
                <a:solidFill>
                  <a:srgbClr val="E7654B"/>
                </a:solidFill>
              </a:rPr>
              <a:t>rule_desc</a:t>
            </a:r>
            <a:r>
              <a:rPr lang="en-CA" sz="1000" i="1" dirty="0">
                <a:solidFill>
                  <a:srgbClr val="E7654B"/>
                </a:solidFill>
              </a:rPr>
              <a:t>="*failed*" OR </a:t>
            </a:r>
            <a:r>
              <a:rPr lang="en-CA" sz="1000" i="1" dirty="0" err="1">
                <a:solidFill>
                  <a:srgbClr val="E7654B"/>
                </a:solidFill>
              </a:rPr>
              <a:t>rule_desc</a:t>
            </a:r>
            <a:r>
              <a:rPr lang="en-CA" sz="1000" i="1" dirty="0">
                <a:solidFill>
                  <a:srgbClr val="E7654B"/>
                </a:solidFill>
              </a:rPr>
              <a:t>="*invalid*" OR </a:t>
            </a:r>
            <a:r>
              <a:rPr lang="en-CA" sz="1000" i="1" dirty="0" err="1">
                <a:solidFill>
                  <a:srgbClr val="E7654B"/>
                </a:solidFill>
              </a:rPr>
              <a:t>rule_desc</a:t>
            </a:r>
            <a:r>
              <a:rPr lang="en-CA" sz="1000" i="1" dirty="0">
                <a:solidFill>
                  <a:srgbClr val="E7654B"/>
                </a:solidFill>
              </a:rPr>
              <a:t>="*denied*")</a:t>
            </a:r>
          </a:p>
          <a:p>
            <a:r>
              <a:rPr lang="en-CA" sz="1000" i="1" dirty="0">
                <a:solidFill>
                  <a:srgbClr val="E7654B"/>
                </a:solidFill>
              </a:rPr>
              <a:t>| bin _time span=10m</a:t>
            </a:r>
          </a:p>
          <a:p>
            <a:r>
              <a:rPr lang="en-CA" sz="1000" i="1" dirty="0">
                <a:solidFill>
                  <a:srgbClr val="E7654B"/>
                </a:solidFill>
              </a:rPr>
              <a:t>| stats count AS </a:t>
            </a:r>
            <a:r>
              <a:rPr lang="en-CA" sz="1000" i="1" dirty="0" err="1">
                <a:solidFill>
                  <a:srgbClr val="E7654B"/>
                </a:solidFill>
              </a:rPr>
              <a:t>failed_attempts</a:t>
            </a:r>
            <a:r>
              <a:rPr lang="en-CA" sz="1000" i="1" dirty="0">
                <a:solidFill>
                  <a:srgbClr val="E7654B"/>
                </a:solidFill>
              </a:rPr>
              <a:t> values(agent) AS </a:t>
            </a:r>
            <a:r>
              <a:rPr lang="en-CA" sz="1000" i="1" dirty="0" err="1">
                <a:solidFill>
                  <a:srgbClr val="E7654B"/>
                </a:solidFill>
              </a:rPr>
              <a:t>agents_used</a:t>
            </a:r>
            <a:r>
              <a:rPr lang="en-CA" sz="1000" i="1" dirty="0">
                <a:solidFill>
                  <a:srgbClr val="E7654B"/>
                </a:solidFill>
              </a:rPr>
              <a:t> by </a:t>
            </a:r>
            <a:r>
              <a:rPr lang="en-CA" sz="1000" i="1" dirty="0" err="1">
                <a:solidFill>
                  <a:srgbClr val="E7654B"/>
                </a:solidFill>
              </a:rPr>
              <a:t>src_ip</a:t>
            </a:r>
            <a:r>
              <a:rPr lang="en-CA" sz="1000" i="1" dirty="0">
                <a:solidFill>
                  <a:srgbClr val="E7654B"/>
                </a:solidFill>
              </a:rPr>
              <a:t>, _time</a:t>
            </a:r>
          </a:p>
          <a:p>
            <a:r>
              <a:rPr lang="en-CA" sz="1000" i="1" dirty="0">
                <a:solidFill>
                  <a:srgbClr val="E7654B"/>
                </a:solidFill>
              </a:rPr>
              <a:t>| where </a:t>
            </a:r>
            <a:r>
              <a:rPr lang="en-CA" sz="1000" i="1" dirty="0" err="1">
                <a:solidFill>
                  <a:srgbClr val="E7654B"/>
                </a:solidFill>
              </a:rPr>
              <a:t>failed_attempts</a:t>
            </a:r>
            <a:r>
              <a:rPr lang="en-CA" sz="1000" i="1" dirty="0">
                <a:solidFill>
                  <a:srgbClr val="E7654B"/>
                </a:solidFill>
              </a:rPr>
              <a:t> &gt; 20</a:t>
            </a:r>
          </a:p>
          <a:p>
            <a:r>
              <a:rPr lang="en-CA" sz="1000" i="1" dirty="0">
                <a:solidFill>
                  <a:srgbClr val="E7654B"/>
                </a:solidFill>
              </a:rPr>
              <a:t>| sort - </a:t>
            </a:r>
            <a:r>
              <a:rPr lang="en-CA" sz="1000" i="1" dirty="0" err="1">
                <a:solidFill>
                  <a:srgbClr val="E7654B"/>
                </a:solidFill>
              </a:rPr>
              <a:t>failed_attempts</a:t>
            </a:r>
            <a:endParaRPr lang="en-CA" sz="1000" i="1" dirty="0">
              <a:solidFill>
                <a:srgbClr val="E7654B"/>
              </a:solidFill>
            </a:endParaRPr>
          </a:p>
          <a:p>
            <a:endParaRPr lang="en-CA" sz="10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F1DBD-B3D5-7CC2-6270-CF6E3121FE2F}"/>
              </a:ext>
            </a:extLst>
          </p:cNvPr>
          <p:cNvSpPr txBox="1"/>
          <p:nvPr/>
        </p:nvSpPr>
        <p:spPr>
          <a:xfrm>
            <a:off x="9253728" y="3950208"/>
            <a:ext cx="2807208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00B050"/>
                </a:solidFill>
              </a:rPr>
              <a:t>“Show brute force attempts in the last 10 minutes.”</a:t>
            </a:r>
            <a:endParaRPr lang="en-CA" sz="1600" i="1" dirty="0">
              <a:solidFill>
                <a:srgbClr val="00B05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85E141-5EA4-7723-AF93-38503237485E}"/>
              </a:ext>
            </a:extLst>
          </p:cNvPr>
          <p:cNvCxnSpPr>
            <a:stCxn id="4" idx="2"/>
          </p:cNvCxnSpPr>
          <p:nvPr/>
        </p:nvCxnSpPr>
        <p:spPr>
          <a:xfrm flipH="1">
            <a:off x="10588752" y="3004659"/>
            <a:ext cx="4572" cy="834759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192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25FC5F-4610-A532-2FDD-AC2835F7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/>
              <a:t>System Architecture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770ADB75-4DB3-78BD-DBF1-60C6A8EAF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164" y="117775"/>
            <a:ext cx="2725420" cy="6489099"/>
          </a:xfrm>
          <a:custGeom>
            <a:avLst/>
            <a:gdLst/>
            <a:ahLst/>
            <a:cxnLst/>
            <a:rect l="l" t="t" r="r" b="b"/>
            <a:pathLst>
              <a:path w="7345363" h="5761037">
                <a:moveTo>
                  <a:pt x="0" y="0"/>
                </a:moveTo>
                <a:lnTo>
                  <a:pt x="7345363" y="0"/>
                </a:lnTo>
                <a:lnTo>
                  <a:pt x="7345363" y="5761037"/>
                </a:lnTo>
                <a:lnTo>
                  <a:pt x="0" y="5761037"/>
                </a:lnTo>
                <a:close/>
              </a:path>
            </a:pathLst>
          </a:custGeom>
          <a:solidFill>
            <a:schemeClr val="tx1"/>
          </a:solidFill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A603012-4522-D5C8-E695-53D3272344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441" y="359092"/>
            <a:ext cx="3069908" cy="6139816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1451100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4B07A6-5BB4-5308-C18E-B4DCFE1F2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68" y="179261"/>
            <a:ext cx="8631236" cy="1997855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Component 1: Log Collection with Wazuh</a:t>
            </a:r>
            <a:endParaRPr lang="en-CA" sz="44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25C2D0C-89F2-4874-A67D-504E65834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D1DA7E-E705-8D60-EBF7-E776EC94CB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3" y="2677306"/>
            <a:ext cx="3565525" cy="34155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Deployed Wazuh Manager on AWS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Added two agents: Ubuntu and Kali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Configured log sources: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/var/log/auth.log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/var/log/syslog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journald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nginx/apache logs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dpkg logs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Enabled modules: syscollector, rootcheck, syscheck, SCA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Ensures diverse, realistic security events for the assistant.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52E8B6-46D7-055D-2BDC-73223707A7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49" r="26001"/>
          <a:stretch>
            <a:fillRect/>
          </a:stretch>
        </p:blipFill>
        <p:spPr>
          <a:xfrm>
            <a:off x="5587746" y="1596771"/>
            <a:ext cx="3448558" cy="3448558"/>
          </a:xfrm>
          <a:custGeom>
            <a:avLst/>
            <a:gdLst/>
            <a:ahLst/>
            <a:cxnLst/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9D39B8-9802-9EE1-A600-0E93643F08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36" r="18065" b="1"/>
          <a:stretch>
            <a:fillRect/>
          </a:stretch>
        </p:blipFill>
        <p:spPr>
          <a:xfrm>
            <a:off x="8918575" y="596392"/>
            <a:ext cx="2263776" cy="2263776"/>
          </a:xfrm>
          <a:custGeom>
            <a:avLst/>
            <a:gdLst/>
            <a:ahLst/>
            <a:cxnLst/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3FD8943-49CD-489F-AF30-D186003CB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D1AA9E7-DA6E-4B0E-AFF8-ACA4D7D79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DA334A1-5994-4CBD-AF0E-366DEF3A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104E0F2-B8FE-9937-7724-69D74687F4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990" r="20010"/>
          <a:stretch>
            <a:fillRect/>
          </a:stretch>
        </p:blipFill>
        <p:spPr>
          <a:xfrm>
            <a:off x="9091612" y="3324733"/>
            <a:ext cx="2936876" cy="2936876"/>
          </a:xfrm>
          <a:custGeom>
            <a:avLst/>
            <a:gdLst/>
            <a:ahLst/>
            <a:cxnLst/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48848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A7627-6921-C0DE-62E1-FDD35D43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Component 2: ETL Pipeline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F808A5-9997-1660-AC89-E8FDB6DAE4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2" y="1881275"/>
            <a:ext cx="6682041" cy="3524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script processes alerts from: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/var/</a:t>
            </a:r>
            <a:r>
              <a:rPr kumimoji="0" lang="en-US" altLang="en-US" sz="1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ossec</a:t>
            </a: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/logs/alerts/alerts.json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1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timestamp, agent, rule, IP, username, rule level, description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Normalizes into PostgreSQL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logs</a:t>
            </a: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</a:t>
            </a:r>
            <a:endParaRPr kumimoji="0" lang="en-US" altLang="en-US" sz="40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prevention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Timestamp normalization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manual run and cron-based hourly ingestion.</a:t>
            </a:r>
          </a:p>
        </p:txBody>
      </p:sp>
    </p:spTree>
    <p:extLst>
      <p:ext uri="{BB962C8B-B14F-4D97-AF65-F5344CB8AC3E}">
        <p14:creationId xmlns:p14="http://schemas.microsoft.com/office/powerpoint/2010/main" val="15009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0D37-D31B-6C96-ED5B-61368EE51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Component 3: FastAPI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84936-74D4-9FE6-9757-3BBAEB909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Key endpoints:</a:t>
            </a:r>
          </a:p>
          <a:p>
            <a:pPr marL="0" indent="0">
              <a:buNone/>
            </a:pPr>
            <a:r>
              <a:rPr lang="en-CA" b="1" i="1" dirty="0"/>
              <a:t>/ask → Natural language → SQL → DB results</a:t>
            </a:r>
          </a:p>
          <a:p>
            <a:pPr marL="0" indent="0">
              <a:buNone/>
            </a:pPr>
            <a:r>
              <a:rPr lang="en-CA" b="1" i="1" dirty="0"/>
              <a:t>/</a:t>
            </a:r>
            <a:r>
              <a:rPr lang="en-CA" b="1" i="1" dirty="0" err="1"/>
              <a:t>etl</a:t>
            </a:r>
            <a:r>
              <a:rPr lang="en-CA" b="1" i="1" dirty="0"/>
              <a:t>/run → Manual ETL execution</a:t>
            </a:r>
          </a:p>
          <a:p>
            <a:pPr marL="0" indent="0">
              <a:buNone/>
            </a:pPr>
            <a:r>
              <a:rPr lang="en-CA" b="1" i="1" dirty="0"/>
              <a:t>/</a:t>
            </a:r>
            <a:r>
              <a:rPr lang="en-CA" b="1" i="1" dirty="0" err="1"/>
              <a:t>etl</a:t>
            </a:r>
            <a:r>
              <a:rPr lang="en-CA" b="1" i="1" dirty="0"/>
              <a:t>/status → Last + next ETL run</a:t>
            </a:r>
          </a:p>
          <a:p>
            <a:pPr marL="0" indent="0">
              <a:buNone/>
            </a:pPr>
            <a:r>
              <a:rPr lang="en-CA" b="1" i="1" dirty="0"/>
              <a:t>/stats/severity → Severity distribution</a:t>
            </a:r>
          </a:p>
          <a:p>
            <a:pPr marL="0" indent="0">
              <a:buNone/>
            </a:pPr>
            <a:r>
              <a:rPr lang="en-CA" b="1" i="1" dirty="0"/>
              <a:t>/filters/agents → Dynamic dropdown list</a:t>
            </a:r>
          </a:p>
          <a:p>
            <a:pPr marL="0" indent="0">
              <a:buNone/>
            </a:pPr>
            <a:r>
              <a:rPr lang="en-CA" b="1" i="1" dirty="0"/>
              <a:t>Fully secured: blocks UPDATE/DELETE/ALTER etc.</a:t>
            </a:r>
          </a:p>
          <a:p>
            <a:pPr marL="0" indent="0">
              <a:buNone/>
            </a:pPr>
            <a:r>
              <a:rPr lang="en-CA" b="1" i="1" dirty="0"/>
              <a:t>Validates SQL, measures latency, and returns JSON.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BA2037-6766-8541-D432-46CCDD7D7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204" y="1215275"/>
            <a:ext cx="2817912" cy="15850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83101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63F11-A6B1-1C64-CEDD-7AF42626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9364661" cy="726089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4400" dirty="0"/>
              <a:t>Component 4: Ollama LLM Integration</a:t>
            </a:r>
          </a:p>
        </p:txBody>
      </p:sp>
      <p:graphicFrame>
        <p:nvGraphicFramePr>
          <p:cNvPr id="37" name="Rectangle 1">
            <a:extLst>
              <a:ext uri="{FF2B5EF4-FFF2-40B4-BE49-F238E27FC236}">
                <a16:creationId xmlns:a16="http://schemas.microsoft.com/office/drawing/2014/main" id="{1958C95A-A7F7-054B-7088-E456E1446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7593761"/>
              </p:ext>
            </p:extLst>
          </p:nvPr>
        </p:nvGraphicFramePr>
        <p:xfrm>
          <a:off x="381000" y="1562100"/>
          <a:ext cx="5638799" cy="4914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152E075-FDE4-24FA-277C-40256EAC520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3463" r="24037"/>
          <a:stretch>
            <a:fillRect/>
          </a:stretch>
        </p:blipFill>
        <p:spPr>
          <a:xfrm>
            <a:off x="7591768" y="1429658"/>
            <a:ext cx="3205163" cy="3205163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83B29DA-9BB8-4BA8-B8E1-8C2B54407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D02496F8-166D-469A-8040-08608013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23E648A7-A02A-4DC7-9FEC-489F1BA6F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4EF573B1-38BC-4C7B-894C-BE3864A04A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647A77D8-817B-4A9F-86AA-FE781E813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14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E978E-FF51-6E51-B868-4E846655E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599565"/>
          </a:xfrm>
        </p:spPr>
        <p:txBody>
          <a:bodyPr wrap="square" anchor="b">
            <a:normAutofit/>
          </a:bodyPr>
          <a:lstStyle/>
          <a:p>
            <a:r>
              <a:rPr lang="en-CA" dirty="0"/>
              <a:t>Component 5: Frontend UI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4E5F27-4733-3799-0A38-FAB80E4EFA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3" y="2322576"/>
            <a:ext cx="3792537" cy="37702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Built with HTML, CSS, JS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Features: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Natural language input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Dynamic loading spinner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Error panel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SQL preview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Table results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Charts (Chart.js)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Agent &amp; severity filters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Auto-updating ETL timestamps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Dark, professional theme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F5F6E3-9A57-32CE-98A7-4A9B83AD4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24" t="5694" r="5695"/>
          <a:stretch>
            <a:fillRect/>
          </a:stretch>
        </p:blipFill>
        <p:spPr>
          <a:xfrm>
            <a:off x="4550899" y="0"/>
            <a:ext cx="7641102" cy="6857999"/>
          </a:xfrm>
          <a:custGeom>
            <a:avLst/>
            <a:gdLst/>
            <a:ahLst/>
            <a:cxnLst/>
            <a:rect l="l" t="t" r="r" b="b"/>
            <a:pathLst>
              <a:path w="7641102" h="6858000">
                <a:moveTo>
                  <a:pt x="0" y="0"/>
                </a:moveTo>
                <a:lnTo>
                  <a:pt x="7641102" y="0"/>
                </a:lnTo>
                <a:lnTo>
                  <a:pt x="764110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FF3A87B-2255-45E0-A551-C11FAF932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8" y="5773729"/>
            <a:ext cx="7641102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25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23FB9-D588-264D-64E1-8B43B280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8327960" cy="1140063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CA" dirty="0"/>
              <a:t>Implemented Feature Summary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2D4ED5-DC78-4C88-97AA-483206C53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70793" y="0"/>
            <a:ext cx="1468514" cy="1521012"/>
            <a:chOff x="5236793" y="2432482"/>
            <a:chExt cx="1468514" cy="1521012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0DE0B65A-4839-40B2-BA92-1464FEADB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463135" y="2432482"/>
              <a:ext cx="1242172" cy="729202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42A0A68-39DD-4DA7-BAD5-63B9C1398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36793" y="2566400"/>
              <a:ext cx="611884" cy="1076550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21A69E50-7E10-45C3-B4F2-19DBA7748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765469" y="2876944"/>
              <a:ext cx="630288" cy="1076550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D166A8AB-8924-421C-BCED-B54DBC40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7897" y="5497189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1E24E6-7DE7-4698-EA9B-1792D53209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4" y="2366410"/>
            <a:ext cx="5356160" cy="34155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LLM-driven natural language → SQL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SSH failed vs successful chart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Severity distribution chart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Agent-based filtering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Cron-based ingestion automation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ETL timestamp display &amp; auto-refresh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Top attacker IPs for SSH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Sudo activity, anomaly events, kernel logs support</a:t>
            </a:r>
          </a:p>
        </p:txBody>
      </p:sp>
      <p:pic>
        <p:nvPicPr>
          <p:cNvPr id="8" name="Graphic 7" descr="Laptop Secure">
            <a:extLst>
              <a:ext uri="{FF2B5EF4-FFF2-40B4-BE49-F238E27FC236}">
                <a16:creationId xmlns:a16="http://schemas.microsoft.com/office/drawing/2014/main" id="{00299567-A07C-6F75-D5F0-1B620D7B1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5290" y="1344386"/>
            <a:ext cx="4525646" cy="4525646"/>
          </a:xfrm>
          <a:custGeom>
            <a:avLst/>
            <a:gdLst/>
            <a:ahLst/>
            <a:cxnLst/>
            <a:rect l="l" t="t" r="r" b="b"/>
            <a:pathLst>
              <a:path w="7090237" h="5759451">
                <a:moveTo>
                  <a:pt x="0" y="0"/>
                </a:moveTo>
                <a:lnTo>
                  <a:pt x="7090237" y="0"/>
                </a:lnTo>
                <a:lnTo>
                  <a:pt x="7090237" y="5759451"/>
                </a:lnTo>
                <a:lnTo>
                  <a:pt x="0" y="57594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97819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61F161-9D0C-ACB8-0EB4-915C6CF47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4"/>
            <a:ext cx="5653292" cy="3203913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sz="6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Live Demo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87560B9-86B8-4558-93E9-FAB8DBE4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66122" y="7174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71400469-1077-4353-BFB5-E4159ADF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11524143" y="5425719"/>
            <a:ext cx="826527" cy="463493"/>
          </a:xfrm>
          <a:custGeom>
            <a:avLst/>
            <a:gdLst>
              <a:gd name="connsiteX0" fmla="*/ 791231 w 826527"/>
              <a:gd name="connsiteY0" fmla="*/ 135754 h 463493"/>
              <a:gd name="connsiteX1" fmla="*/ 826527 w 826527"/>
              <a:gd name="connsiteY1" fmla="*/ 178533 h 463493"/>
              <a:gd name="connsiteX2" fmla="*/ 658803 w 826527"/>
              <a:gd name="connsiteY2" fmla="*/ 346257 h 463493"/>
              <a:gd name="connsiteX3" fmla="*/ 627362 w 826527"/>
              <a:gd name="connsiteY3" fmla="*/ 299623 h 463493"/>
              <a:gd name="connsiteX4" fmla="*/ 463493 w 826527"/>
              <a:gd name="connsiteY4" fmla="*/ 231747 h 463493"/>
              <a:gd name="connsiteX5" fmla="*/ 231747 w 826527"/>
              <a:gd name="connsiteY5" fmla="*/ 463493 h 463493"/>
              <a:gd name="connsiteX6" fmla="*/ 0 w 826527"/>
              <a:gd name="connsiteY6" fmla="*/ 463493 h 463493"/>
              <a:gd name="connsiteX7" fmla="*/ 463492 w 826527"/>
              <a:gd name="connsiteY7" fmla="*/ 0 h 463493"/>
              <a:gd name="connsiteX8" fmla="*/ 791231 w 826527"/>
              <a:gd name="connsiteY8" fmla="*/ 135754 h 46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6527" h="463493">
                <a:moveTo>
                  <a:pt x="791231" y="135754"/>
                </a:moveTo>
                <a:lnTo>
                  <a:pt x="826527" y="178533"/>
                </a:lnTo>
                <a:lnTo>
                  <a:pt x="658803" y="346257"/>
                </a:lnTo>
                <a:lnTo>
                  <a:pt x="627362" y="299623"/>
                </a:lnTo>
                <a:cubicBezTo>
                  <a:pt x="585424" y="257686"/>
                  <a:pt x="527487" y="231747"/>
                  <a:pt x="463493" y="231747"/>
                </a:cubicBezTo>
                <a:cubicBezTo>
                  <a:pt x="335503" y="231746"/>
                  <a:pt x="231746" y="335503"/>
                  <a:pt x="231747" y="463493"/>
                </a:cubicBezTo>
                <a:lnTo>
                  <a:pt x="0" y="463493"/>
                </a:lnTo>
                <a:cubicBezTo>
                  <a:pt x="0" y="207513"/>
                  <a:pt x="207513" y="0"/>
                  <a:pt x="463492" y="0"/>
                </a:cubicBezTo>
                <a:cubicBezTo>
                  <a:pt x="591482" y="0"/>
                  <a:pt x="707356" y="51879"/>
                  <a:pt x="791231" y="13575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innerShdw blurRad="127000" dir="2700000">
              <a:schemeClr val="accent1">
                <a:lumMod val="60000"/>
                <a:lumOff val="4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F28851F7-6B20-43F1-90FF-B41CE11AF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11562489" y="5445666"/>
            <a:ext cx="807174" cy="508309"/>
          </a:xfrm>
          <a:custGeom>
            <a:avLst/>
            <a:gdLst>
              <a:gd name="connsiteX0" fmla="*/ 791232 w 807174"/>
              <a:gd name="connsiteY0" fmla="*/ 148880 h 508309"/>
              <a:gd name="connsiteX1" fmla="*/ 807174 w 807174"/>
              <a:gd name="connsiteY1" fmla="*/ 170072 h 508309"/>
              <a:gd name="connsiteX2" fmla="*/ 636502 w 807174"/>
              <a:gd name="connsiteY2" fmla="*/ 340744 h 508309"/>
              <a:gd name="connsiteX3" fmla="*/ 627362 w 807174"/>
              <a:gd name="connsiteY3" fmla="*/ 328595 h 508309"/>
              <a:gd name="connsiteX4" fmla="*/ 463493 w 807174"/>
              <a:gd name="connsiteY4" fmla="*/ 254155 h 508309"/>
              <a:gd name="connsiteX5" fmla="*/ 231747 w 807174"/>
              <a:gd name="connsiteY5" fmla="*/ 508309 h 508309"/>
              <a:gd name="connsiteX6" fmla="*/ 0 w 807174"/>
              <a:gd name="connsiteY6" fmla="*/ 508309 h 508309"/>
              <a:gd name="connsiteX7" fmla="*/ 463493 w 807174"/>
              <a:gd name="connsiteY7" fmla="*/ 0 h 508309"/>
              <a:gd name="connsiteX8" fmla="*/ 791232 w 807174"/>
              <a:gd name="connsiteY8" fmla="*/ 148880 h 50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7174" h="508309">
                <a:moveTo>
                  <a:pt x="791232" y="148880"/>
                </a:moveTo>
                <a:lnTo>
                  <a:pt x="807174" y="170072"/>
                </a:lnTo>
                <a:lnTo>
                  <a:pt x="636502" y="340744"/>
                </a:lnTo>
                <a:lnTo>
                  <a:pt x="627362" y="328595"/>
                </a:lnTo>
                <a:cubicBezTo>
                  <a:pt x="585425" y="282602"/>
                  <a:pt x="527487" y="254155"/>
                  <a:pt x="463493" y="254155"/>
                </a:cubicBezTo>
                <a:cubicBezTo>
                  <a:pt x="335503" y="254155"/>
                  <a:pt x="231746" y="367943"/>
                  <a:pt x="231747" y="508309"/>
                </a:cubicBezTo>
                <a:lnTo>
                  <a:pt x="0" y="508309"/>
                </a:lnTo>
                <a:cubicBezTo>
                  <a:pt x="0" y="227578"/>
                  <a:pt x="207513" y="0"/>
                  <a:pt x="463493" y="0"/>
                </a:cubicBezTo>
                <a:cubicBezTo>
                  <a:pt x="591482" y="-1"/>
                  <a:pt x="707356" y="56895"/>
                  <a:pt x="791232" y="14888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>
            <a:noFill/>
          </a:ln>
          <a:effectLst>
            <a:softEdge rad="88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A computer screen with a rocket in the sky&#10;&#10;AI-generated content may be incorrect.">
            <a:extLst>
              <a:ext uri="{FF2B5EF4-FFF2-40B4-BE49-F238E27FC236}">
                <a16:creationId xmlns:a16="http://schemas.microsoft.com/office/drawing/2014/main" id="{EEE11927-9871-3049-4FE8-A23338D169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22" r="15501" b="2"/>
          <a:stretch>
            <a:fillRect/>
          </a:stretch>
        </p:blipFill>
        <p:spPr>
          <a:xfrm>
            <a:off x="6640455" y="606796"/>
            <a:ext cx="4868976" cy="5644408"/>
          </a:xfrm>
          <a:custGeom>
            <a:avLst/>
            <a:gdLst/>
            <a:ahLst/>
            <a:cxnLst/>
            <a:rect l="l" t="t" r="r" b="b"/>
            <a:pathLst>
              <a:path w="4868976" h="5644408">
                <a:moveTo>
                  <a:pt x="2398421" y="0"/>
                </a:moveTo>
                <a:lnTo>
                  <a:pt x="4868973" y="1424628"/>
                </a:lnTo>
                <a:lnTo>
                  <a:pt x="4868976" y="1424625"/>
                </a:lnTo>
                <a:lnTo>
                  <a:pt x="4868976" y="1424628"/>
                </a:lnTo>
                <a:lnTo>
                  <a:pt x="4868976" y="4219781"/>
                </a:lnTo>
                <a:lnTo>
                  <a:pt x="2398419" y="5644408"/>
                </a:lnTo>
                <a:lnTo>
                  <a:pt x="0" y="4219781"/>
                </a:lnTo>
                <a:lnTo>
                  <a:pt x="0" y="1424628"/>
                </a:lnTo>
                <a:lnTo>
                  <a:pt x="0" y="1424625"/>
                </a:lnTo>
                <a:lnTo>
                  <a:pt x="3" y="1424628"/>
                </a:lnTo>
                <a:close/>
              </a:path>
            </a:pathLst>
          </a:custGeom>
        </p:spPr>
      </p:pic>
      <p:sp>
        <p:nvSpPr>
          <p:cNvPr id="109" name="Oval 108">
            <a:extLst>
              <a:ext uri="{FF2B5EF4-FFF2-40B4-BE49-F238E27FC236}">
                <a16:creationId xmlns:a16="http://schemas.microsoft.com/office/drawing/2014/main" id="{09E6BACC-8290-425B-A517-1914E16D8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65497" y="5915162"/>
            <a:ext cx="53549" cy="233295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2540000">
              <a:schemeClr val="accent1">
                <a:lumMod val="60000"/>
                <a:lumOff val="4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84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A180-F45B-CD1C-6928-357556A33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9734E0-D269-5A95-86C8-21DE904BEB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9538" y="1808528"/>
            <a:ext cx="617669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built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functional mini-SIEM assistant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natural SOC questions → SQL →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complexity for junior analysts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real-time visibility into security 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how LLMs can support SOC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937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4D665-B61A-19EA-5CD3-7A5059FBA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5612" y="549275"/>
            <a:ext cx="3565524" cy="1997855"/>
          </a:xfrm>
        </p:spPr>
        <p:txBody>
          <a:bodyPr wrap="square" anchor="b">
            <a:normAutofit/>
          </a:bodyPr>
          <a:lstStyle/>
          <a:p>
            <a:r>
              <a:rPr lang="en-CA" dirty="0"/>
              <a:t>Questions &amp; Answers</a:t>
            </a:r>
          </a:p>
        </p:txBody>
      </p:sp>
      <p:pic>
        <p:nvPicPr>
          <p:cNvPr id="5" name="Content Placeholder 4" descr="A profile of a person with a question mark&#10;&#10;AI-generated content may be incorrect.">
            <a:extLst>
              <a:ext uri="{FF2B5EF4-FFF2-40B4-BE49-F238E27FC236}">
                <a16:creationId xmlns:a16="http://schemas.microsoft.com/office/drawing/2014/main" id="{134AF003-AC35-2805-36D5-22FABA18E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3" r="51076" b="7579"/>
          <a:stretch>
            <a:fillRect/>
          </a:stretch>
        </p:blipFill>
        <p:spPr>
          <a:xfrm>
            <a:off x="715433" y="549275"/>
            <a:ext cx="6644743" cy="5759451"/>
          </a:xfrm>
          <a:custGeom>
            <a:avLst/>
            <a:gdLst/>
            <a:ahLst/>
            <a:cxnLst/>
            <a:rect l="l" t="t" r="r" b="b"/>
            <a:pathLst>
              <a:path w="6973882" h="5759451">
                <a:moveTo>
                  <a:pt x="0" y="0"/>
                </a:moveTo>
                <a:lnTo>
                  <a:pt x="6973882" y="0"/>
                </a:lnTo>
                <a:lnTo>
                  <a:pt x="6973882" y="5759451"/>
                </a:lnTo>
                <a:lnTo>
                  <a:pt x="0" y="5759451"/>
                </a:ln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3BAC750-AB61-1D0C-AA86-D5EFE22AC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5611" y="2677306"/>
            <a:ext cx="3565525" cy="3415519"/>
          </a:xfrm>
        </p:spPr>
        <p:txBody>
          <a:bodyPr anchor="t">
            <a:normAutofit/>
          </a:bodyPr>
          <a:lstStyle/>
          <a:p>
            <a:endParaRPr lang="en-US" sz="16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3E50C4-0603-4524-A349-442067B88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5125" y="44325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6801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709</Words>
  <Application>Microsoft Office PowerPoint</Application>
  <PresentationFormat>Widescreen</PresentationFormat>
  <Paragraphs>140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Unicode MS</vt:lpstr>
      <vt:lpstr>Sitka Heading</vt:lpstr>
      <vt:lpstr>Source Sans Pro</vt:lpstr>
      <vt:lpstr>Wingdings</vt:lpstr>
      <vt:lpstr>3DFloatVTI</vt:lpstr>
      <vt:lpstr>LLM Powered SOC Assistant</vt:lpstr>
      <vt:lpstr>Introduction</vt:lpstr>
      <vt:lpstr>Problem Statement</vt:lpstr>
      <vt:lpstr>Project Objectives</vt:lpstr>
      <vt:lpstr>System Architecture</vt:lpstr>
      <vt:lpstr>Component 1: Log Collection with Wazuh</vt:lpstr>
      <vt:lpstr>Component 2: ETL Pipeline</vt:lpstr>
      <vt:lpstr>Component 3: FastAPI Backend</vt:lpstr>
      <vt:lpstr>Component 4: Ollama LLM Integration</vt:lpstr>
      <vt:lpstr>Component 5: Frontend UI</vt:lpstr>
      <vt:lpstr>Implemented Feature Summary</vt:lpstr>
      <vt:lpstr>Live Demo</vt:lpstr>
      <vt:lpstr>Conclusion</vt:lpstr>
      <vt:lpstr>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Umesh Karunarathna</dc:creator>
  <cp:lastModifiedBy>Umesh Karunarathna</cp:lastModifiedBy>
  <cp:revision>17</cp:revision>
  <dcterms:created xsi:type="dcterms:W3CDTF">2025-11-30T19:53:02Z</dcterms:created>
  <dcterms:modified xsi:type="dcterms:W3CDTF">2025-12-04T17:24:36Z</dcterms:modified>
</cp:coreProperties>
</file>